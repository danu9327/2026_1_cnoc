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7" r:id="rId4"/>
    <p:sldId id="268" r:id="rId5"/>
    <p:sldId id="269" r:id="rId6"/>
    <p:sldId id="270" r:id="rId7"/>
    <p:sldId id="272" r:id="rId8"/>
    <p:sldId id="274" r:id="rId9"/>
    <p:sldId id="271" r:id="rId10"/>
    <p:sldId id="273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82EDD-2A5D-DEAF-8EBF-69AA8AE399B2}" v="138" dt="2023-12-27T01:52:47.943"/>
    <p1510:client id="{C7D23D22-1AD8-4CC9-8959-CE0A5E8A5134}" v="720" dt="2023-12-27T02:18:23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58"/>
  </p:normalViewPr>
  <p:slideViewPr>
    <p:cSldViewPr snapToGrid="0">
      <p:cViewPr varScale="1">
        <p:scale>
          <a:sx n="152" d="100"/>
          <a:sy n="152" d="100"/>
        </p:scale>
        <p:origin x="9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세훈" userId="38656351-cf5c-47e6-8007-bd90b18525ba" providerId="ADAL" clId="{C7D23D22-1AD8-4CC9-8959-CE0A5E8A5134}"/>
    <pc:docChg chg="undo custSel addSld delSld modSld">
      <pc:chgData name="이세훈" userId="38656351-cf5c-47e6-8007-bd90b18525ba" providerId="ADAL" clId="{C7D23D22-1AD8-4CC9-8959-CE0A5E8A5134}" dt="2023-12-27T02:18:51.890" v="1058" actId="20577"/>
      <pc:docMkLst>
        <pc:docMk/>
      </pc:docMkLst>
      <pc:sldChg chg="addSp delSp modSp new mod">
        <pc:chgData name="이세훈" userId="38656351-cf5c-47e6-8007-bd90b18525ba" providerId="ADAL" clId="{C7D23D22-1AD8-4CC9-8959-CE0A5E8A5134}" dt="2023-12-27T02:10:36.292" v="761" actId="14100"/>
        <pc:sldMkLst>
          <pc:docMk/>
          <pc:sldMk cId="3877876133" sldId="256"/>
        </pc:sldMkLst>
        <pc:spChg chg="mod">
          <ac:chgData name="이세훈" userId="38656351-cf5c-47e6-8007-bd90b18525ba" providerId="ADAL" clId="{C7D23D22-1AD8-4CC9-8959-CE0A5E8A5134}" dt="2023-12-27T02:07:30.591" v="727" actId="113"/>
          <ac:spMkLst>
            <pc:docMk/>
            <pc:sldMk cId="3877876133" sldId="256"/>
            <ac:spMk id="2" creationId="{B40AC267-CE06-0051-26EE-99C3B0099DB9}"/>
          </ac:spMkLst>
        </pc:spChg>
        <pc:spChg chg="mod">
          <ac:chgData name="이세훈" userId="38656351-cf5c-47e6-8007-bd90b18525ba" providerId="ADAL" clId="{C7D23D22-1AD8-4CC9-8959-CE0A5E8A5134}" dt="2023-12-27T02:07:40.813" v="728" actId="255"/>
          <ac:spMkLst>
            <pc:docMk/>
            <pc:sldMk cId="3877876133" sldId="256"/>
            <ac:spMk id="3" creationId="{1BA14F1E-1383-BB48-CB58-43B5272C5463}"/>
          </ac:spMkLst>
        </pc:spChg>
        <pc:spChg chg="del">
          <ac:chgData name="이세훈" userId="38656351-cf5c-47e6-8007-bd90b18525ba" providerId="ADAL" clId="{C7D23D22-1AD8-4CC9-8959-CE0A5E8A5134}" dt="2023-12-27T01:56:32.197" v="55" actId="478"/>
          <ac:spMkLst>
            <pc:docMk/>
            <pc:sldMk cId="3877876133" sldId="256"/>
            <ac:spMk id="5" creationId="{BF5010CE-1B2B-55B6-4F05-3A1B3CFC7414}"/>
          </ac:spMkLst>
        </pc:spChg>
        <pc:spChg chg="add del mod">
          <ac:chgData name="이세훈" userId="38656351-cf5c-47e6-8007-bd90b18525ba" providerId="ADAL" clId="{C7D23D22-1AD8-4CC9-8959-CE0A5E8A5134}" dt="2023-12-27T02:01:08.109" v="705" actId="478"/>
          <ac:spMkLst>
            <pc:docMk/>
            <pc:sldMk cId="3877876133" sldId="256"/>
            <ac:spMk id="6" creationId="{879A3148-868B-6ECC-570E-1D00A06CA880}"/>
          </ac:spMkLst>
        </pc:spChg>
        <pc:spChg chg="add mod">
          <ac:chgData name="이세훈" userId="38656351-cf5c-47e6-8007-bd90b18525ba" providerId="ADAL" clId="{C7D23D22-1AD8-4CC9-8959-CE0A5E8A5134}" dt="2023-12-27T02:10:14.394" v="752" actId="14100"/>
          <ac:spMkLst>
            <pc:docMk/>
            <pc:sldMk cId="3877876133" sldId="256"/>
            <ac:spMk id="7" creationId="{76F0A290-FC0C-F957-8510-4EE4D121D3D6}"/>
          </ac:spMkLst>
        </pc:spChg>
        <pc:spChg chg="del mod">
          <ac:chgData name="이세훈" userId="38656351-cf5c-47e6-8007-bd90b18525ba" providerId="ADAL" clId="{C7D23D22-1AD8-4CC9-8959-CE0A5E8A5134}" dt="2023-12-27T01:58:19.373" v="142" actId="478"/>
          <ac:spMkLst>
            <pc:docMk/>
            <pc:sldMk cId="3877876133" sldId="256"/>
            <ac:spMk id="8" creationId="{33720AB0-3224-F384-C116-D221663E138F}"/>
          </ac:spMkLst>
        </pc:spChg>
        <pc:spChg chg="mod">
          <ac:chgData name="이세훈" userId="38656351-cf5c-47e6-8007-bd90b18525ba" providerId="ADAL" clId="{C7D23D22-1AD8-4CC9-8959-CE0A5E8A5134}" dt="2023-12-27T02:07:45.847" v="729" actId="113"/>
          <ac:spMkLst>
            <pc:docMk/>
            <pc:sldMk cId="3877876133" sldId="256"/>
            <ac:spMk id="10" creationId="{1FEC99CB-F954-A7E7-3655-A08501766A4A}"/>
          </ac:spMkLst>
        </pc:spChg>
        <pc:spChg chg="add mod">
          <ac:chgData name="이세훈" userId="38656351-cf5c-47e6-8007-bd90b18525ba" providerId="ADAL" clId="{C7D23D22-1AD8-4CC9-8959-CE0A5E8A5134}" dt="2023-12-27T02:10:36.292" v="761" actId="14100"/>
          <ac:spMkLst>
            <pc:docMk/>
            <pc:sldMk cId="3877876133" sldId="256"/>
            <ac:spMk id="11" creationId="{A426F092-355A-03DA-81D6-F41A7DE4305B}"/>
          </ac:spMkLst>
        </pc:spChg>
        <pc:picChg chg="mod ord">
          <ac:chgData name="이세훈" userId="38656351-cf5c-47e6-8007-bd90b18525ba" providerId="ADAL" clId="{C7D23D22-1AD8-4CC9-8959-CE0A5E8A5134}" dt="2023-12-27T01:55:19.175" v="45" actId="29295"/>
          <ac:picMkLst>
            <pc:docMk/>
            <pc:sldMk cId="3877876133" sldId="256"/>
            <ac:picMk id="9" creationId="{BCA84296-E7FD-E2D8-C6A8-2013C8977111}"/>
          </ac:picMkLst>
        </pc:picChg>
      </pc:sldChg>
      <pc:sldChg chg="addSp delSp modSp new del mod">
        <pc:chgData name="이세훈" userId="38656351-cf5c-47e6-8007-bd90b18525ba" providerId="ADAL" clId="{C7D23D22-1AD8-4CC9-8959-CE0A5E8A5134}" dt="2023-12-27T02:15:46.866" v="906" actId="47"/>
        <pc:sldMkLst>
          <pc:docMk/>
          <pc:sldMk cId="909897023" sldId="257"/>
        </pc:sldMkLst>
        <pc:spChg chg="mod">
          <ac:chgData name="이세훈" userId="38656351-cf5c-47e6-8007-bd90b18525ba" providerId="ADAL" clId="{C7D23D22-1AD8-4CC9-8959-CE0A5E8A5134}" dt="2023-12-27T02:12:39.033" v="861" actId="1076"/>
          <ac:spMkLst>
            <pc:docMk/>
            <pc:sldMk cId="909897023" sldId="257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2:05.416" v="821" actId="14100"/>
          <ac:spMkLst>
            <pc:docMk/>
            <pc:sldMk cId="909897023" sldId="257"/>
            <ac:spMk id="3" creationId="{9E8F1FAC-21B1-51F5-643E-2BA461588F77}"/>
          </ac:spMkLst>
        </pc:spChg>
        <pc:spChg chg="add del mod ord">
          <ac:chgData name="이세훈" userId="38656351-cf5c-47e6-8007-bd90b18525ba" providerId="ADAL" clId="{C7D23D22-1AD8-4CC9-8959-CE0A5E8A5134}" dt="2023-12-27T02:11:24.071" v="780" actId="478"/>
          <ac:spMkLst>
            <pc:docMk/>
            <pc:sldMk cId="909897023" sldId="257"/>
            <ac:spMk id="4" creationId="{41B44321-4D6C-E101-1F31-750C30F3D212}"/>
          </ac:spMkLst>
        </pc:spChg>
        <pc:spChg chg="del mod">
          <ac:chgData name="이세훈" userId="38656351-cf5c-47e6-8007-bd90b18525ba" providerId="ADAL" clId="{C7D23D22-1AD8-4CC9-8959-CE0A5E8A5134}" dt="2023-12-27T02:09:15.278" v="742" actId="478"/>
          <ac:spMkLst>
            <pc:docMk/>
            <pc:sldMk cId="909897023" sldId="257"/>
            <ac:spMk id="5" creationId="{5FCB229B-0655-72E6-D755-8DB25627E6DF}"/>
          </ac:spMkLst>
        </pc:spChg>
        <pc:spChg chg="add del mod">
          <ac:chgData name="이세훈" userId="38656351-cf5c-47e6-8007-bd90b18525ba" providerId="ADAL" clId="{C7D23D22-1AD8-4CC9-8959-CE0A5E8A5134}" dt="2023-12-27T02:10:41.279" v="762" actId="478"/>
          <ac:spMkLst>
            <pc:docMk/>
            <pc:sldMk cId="909897023" sldId="257"/>
            <ac:spMk id="6" creationId="{0952EA40-3C25-5644-01DB-3A5B687C78BD}"/>
          </ac:spMkLst>
        </pc:spChg>
        <pc:spChg chg="del">
          <ac:chgData name="이세훈" userId="38656351-cf5c-47e6-8007-bd90b18525ba" providerId="ADAL" clId="{C7D23D22-1AD8-4CC9-8959-CE0A5E8A5134}" dt="2023-12-27T02:10:43.912" v="764" actId="478"/>
          <ac:spMkLst>
            <pc:docMk/>
            <pc:sldMk cId="909897023" sldId="257"/>
            <ac:spMk id="7" creationId="{D2A2B75C-43CB-445C-1787-40672904D69E}"/>
          </ac:spMkLst>
        </pc:spChg>
        <pc:spChg chg="add del mod">
          <ac:chgData name="이세훈" userId="38656351-cf5c-47e6-8007-bd90b18525ba" providerId="ADAL" clId="{C7D23D22-1AD8-4CC9-8959-CE0A5E8A5134}" dt="2023-12-27T02:10:07.330" v="750"/>
          <ac:spMkLst>
            <pc:docMk/>
            <pc:sldMk cId="909897023" sldId="257"/>
            <ac:spMk id="8" creationId="{8E1168B9-4414-0123-6ECB-74A93778A39F}"/>
          </ac:spMkLst>
        </pc:spChg>
        <pc:spChg chg="add mod ord">
          <ac:chgData name="이세훈" userId="38656351-cf5c-47e6-8007-bd90b18525ba" providerId="ADAL" clId="{C7D23D22-1AD8-4CC9-8959-CE0A5E8A5134}" dt="2023-12-27T02:11:26.583" v="781" actId="1076"/>
          <ac:spMkLst>
            <pc:docMk/>
            <pc:sldMk cId="909897023" sldId="257"/>
            <ac:spMk id="10" creationId="{5575741D-C82F-9BCF-5821-BCAE2B0E1308}"/>
          </ac:spMkLst>
        </pc:spChg>
        <pc:spChg chg="add mod">
          <ac:chgData name="이세훈" userId="38656351-cf5c-47e6-8007-bd90b18525ba" providerId="ADAL" clId="{C7D23D22-1AD8-4CC9-8959-CE0A5E8A5134}" dt="2023-12-27T02:10:41.589" v="763"/>
          <ac:spMkLst>
            <pc:docMk/>
            <pc:sldMk cId="909897023" sldId="257"/>
            <ac:spMk id="12" creationId="{F4BA6BAD-B349-0E35-16E7-64E3614A7F1C}"/>
          </ac:spMkLst>
        </pc:spChg>
      </pc:sldChg>
      <pc:sldChg chg="modSp new mod">
        <pc:chgData name="이세훈" userId="38656351-cf5c-47e6-8007-bd90b18525ba" providerId="ADAL" clId="{C7D23D22-1AD8-4CC9-8959-CE0A5E8A5134}" dt="2023-12-26T04:25:10.505" v="26" actId="20577"/>
        <pc:sldMkLst>
          <pc:docMk/>
          <pc:sldMk cId="1659252234" sldId="258"/>
        </pc:sldMkLst>
        <pc:spChg chg="mod">
          <ac:chgData name="이세훈" userId="38656351-cf5c-47e6-8007-bd90b18525ba" providerId="ADAL" clId="{C7D23D22-1AD8-4CC9-8959-CE0A5E8A5134}" dt="2023-12-26T04:25:10.505" v="26" actId="20577"/>
          <ac:spMkLst>
            <pc:docMk/>
            <pc:sldMk cId="1659252234" sldId="258"/>
            <ac:spMk id="2" creationId="{6998D5BC-9C7F-607E-C88C-0F5CFD3E33D8}"/>
          </ac:spMkLst>
        </pc:spChg>
      </pc:sldChg>
      <pc:sldChg chg="addSp delSp modSp del mod">
        <pc:chgData name="이세훈" userId="38656351-cf5c-47e6-8007-bd90b18525ba" providerId="ADAL" clId="{C7D23D22-1AD8-4CC9-8959-CE0A5E8A5134}" dt="2023-12-27T02:10:54.919" v="768" actId="47"/>
        <pc:sldMkLst>
          <pc:docMk/>
          <pc:sldMk cId="2805764780" sldId="258"/>
        </pc:sldMkLst>
        <pc:spChg chg="add mod">
          <ac:chgData name="이세훈" userId="38656351-cf5c-47e6-8007-bd90b18525ba" providerId="ADAL" clId="{C7D23D22-1AD8-4CC9-8959-CE0A5E8A5134}" dt="2023-12-27T02:01:19.314" v="710"/>
          <ac:spMkLst>
            <pc:docMk/>
            <pc:sldMk cId="2805764780" sldId="258"/>
            <ac:spMk id="4" creationId="{819CC84A-2268-AF31-E888-DB45B79CF6CF}"/>
          </ac:spMkLst>
        </pc:spChg>
        <pc:spChg chg="add del mod">
          <ac:chgData name="이세훈" userId="38656351-cf5c-47e6-8007-bd90b18525ba" providerId="ADAL" clId="{C7D23D22-1AD8-4CC9-8959-CE0A5E8A5134}" dt="2023-12-27T02:10:46.719" v="765" actId="478"/>
          <ac:spMkLst>
            <pc:docMk/>
            <pc:sldMk cId="2805764780" sldId="258"/>
            <ac:spMk id="6" creationId="{16C2DFF2-9681-9872-20F4-6C0A1F0C8A10}"/>
          </ac:spMkLst>
        </pc:spChg>
        <pc:spChg chg="del">
          <ac:chgData name="이세훈" userId="38656351-cf5c-47e6-8007-bd90b18525ba" providerId="ADAL" clId="{C7D23D22-1AD8-4CC9-8959-CE0A5E8A5134}" dt="2023-12-27T02:10:48.199" v="766" actId="478"/>
          <ac:spMkLst>
            <pc:docMk/>
            <pc:sldMk cId="2805764780" sldId="258"/>
            <ac:spMk id="7" creationId="{A3FEBDC9-A29E-DEC0-9EFF-C204AC8A1E7F}"/>
          </ac:spMkLst>
        </pc:spChg>
        <pc:spChg chg="add mod">
          <ac:chgData name="이세훈" userId="38656351-cf5c-47e6-8007-bd90b18525ba" providerId="ADAL" clId="{C7D23D22-1AD8-4CC9-8959-CE0A5E8A5134}" dt="2023-12-27T02:10:17.980" v="754"/>
          <ac:spMkLst>
            <pc:docMk/>
            <pc:sldMk cId="2805764780" sldId="258"/>
            <ac:spMk id="8" creationId="{8D1A27AA-4FC7-D912-32DA-B03B9751619C}"/>
          </ac:spMkLst>
        </pc:spChg>
        <pc:spChg chg="add mod">
          <ac:chgData name="이세훈" userId="38656351-cf5c-47e6-8007-bd90b18525ba" providerId="ADAL" clId="{C7D23D22-1AD8-4CC9-8959-CE0A5E8A5134}" dt="2023-12-27T02:10:49.418" v="767"/>
          <ac:spMkLst>
            <pc:docMk/>
            <pc:sldMk cId="2805764780" sldId="258"/>
            <ac:spMk id="10" creationId="{9C4C3E9B-7342-05BE-111E-A1882D9880AC}"/>
          </ac:spMkLst>
        </pc:spChg>
      </pc:sldChg>
      <pc:sldChg chg="add del">
        <pc:chgData name="이세훈" userId="38656351-cf5c-47e6-8007-bd90b18525ba" providerId="ADAL" clId="{C7D23D22-1AD8-4CC9-8959-CE0A5E8A5134}" dt="2023-12-27T02:12:11.655" v="822" actId="47"/>
        <pc:sldMkLst>
          <pc:docMk/>
          <pc:sldMk cId="3853071402" sldId="258"/>
        </pc:sldMkLst>
      </pc:sldChg>
      <pc:sldChg chg="addSp delSp modSp add del mod">
        <pc:chgData name="이세훈" userId="38656351-cf5c-47e6-8007-bd90b18525ba" providerId="ADAL" clId="{C7D23D22-1AD8-4CC9-8959-CE0A5E8A5134}" dt="2023-12-27T02:15:45.733" v="905" actId="47"/>
        <pc:sldMkLst>
          <pc:docMk/>
          <pc:sldMk cId="4045462963" sldId="258"/>
        </pc:sldMkLst>
        <pc:spChg chg="add del mod">
          <ac:chgData name="이세훈" userId="38656351-cf5c-47e6-8007-bd90b18525ba" providerId="ADAL" clId="{C7D23D22-1AD8-4CC9-8959-CE0A5E8A5134}" dt="2023-12-27T02:15:40.222" v="904" actId="478"/>
          <ac:spMkLst>
            <pc:docMk/>
            <pc:sldMk cId="4045462963" sldId="258"/>
            <ac:spMk id="2" creationId="{7CBE828D-537B-BDCB-0044-6E1E125C2C01}"/>
          </ac:spMkLst>
        </pc:spChg>
        <pc:spChg chg="add del mod">
          <ac:chgData name="이세훈" userId="38656351-cf5c-47e6-8007-bd90b18525ba" providerId="ADAL" clId="{C7D23D22-1AD8-4CC9-8959-CE0A5E8A5134}" dt="2023-12-27T02:15:30.554" v="900"/>
          <ac:spMkLst>
            <pc:docMk/>
            <pc:sldMk cId="4045462963" sldId="258"/>
            <ac:spMk id="4" creationId="{CF7DCD1A-E432-83F5-7841-83710D060D54}"/>
          </ac:spMkLst>
        </pc:spChg>
        <pc:spChg chg="add del mod">
          <ac:chgData name="이세훈" userId="38656351-cf5c-47e6-8007-bd90b18525ba" providerId="ADAL" clId="{C7D23D22-1AD8-4CC9-8959-CE0A5E8A5134}" dt="2023-12-27T02:15:40.222" v="904" actId="478"/>
          <ac:spMkLst>
            <pc:docMk/>
            <pc:sldMk cId="4045462963" sldId="258"/>
            <ac:spMk id="6" creationId="{A9F0AEBE-75FE-1301-25DB-4E7688F86A63}"/>
          </ac:spMkLst>
        </pc:spChg>
      </pc:sldChg>
      <pc:sldChg chg="addSp modSp del">
        <pc:chgData name="이세훈" userId="38656351-cf5c-47e6-8007-bd90b18525ba" providerId="ADAL" clId="{C7D23D22-1AD8-4CC9-8959-CE0A5E8A5134}" dt="2023-12-27T02:10:55.522" v="769" actId="47"/>
        <pc:sldMkLst>
          <pc:docMk/>
          <pc:sldMk cId="1757866756" sldId="259"/>
        </pc:sldMkLst>
        <pc:spChg chg="add mod">
          <ac:chgData name="이세훈" userId="38656351-cf5c-47e6-8007-bd90b18525ba" providerId="ADAL" clId="{C7D23D22-1AD8-4CC9-8959-CE0A5E8A5134}" dt="2023-12-27T02:01:19.946" v="711"/>
          <ac:spMkLst>
            <pc:docMk/>
            <pc:sldMk cId="1757866756" sldId="259"/>
            <ac:spMk id="4" creationId="{7F3DD8C1-A581-17CE-2DB2-EA1A76E08EE2}"/>
          </ac:spMkLst>
        </pc:spChg>
        <pc:spChg chg="add mod">
          <ac:chgData name="이세훈" userId="38656351-cf5c-47e6-8007-bd90b18525ba" providerId="ADAL" clId="{C7D23D22-1AD8-4CC9-8959-CE0A5E8A5134}" dt="2023-12-27T02:01:29.791" v="716"/>
          <ac:spMkLst>
            <pc:docMk/>
            <pc:sldMk cId="1757866756" sldId="259"/>
            <ac:spMk id="6" creationId="{37A0CC36-2C52-560A-7FC1-9D68C7AF57A4}"/>
          </ac:spMkLst>
        </pc:spChg>
        <pc:spChg chg="add mod">
          <ac:chgData name="이세훈" userId="38656351-cf5c-47e6-8007-bd90b18525ba" providerId="ADAL" clId="{C7D23D22-1AD8-4CC9-8959-CE0A5E8A5134}" dt="2023-12-27T02:10:18.900" v="755"/>
          <ac:spMkLst>
            <pc:docMk/>
            <pc:sldMk cId="1757866756" sldId="259"/>
            <ac:spMk id="8" creationId="{3DD94DB6-40E9-8C57-F5B0-DED23185CF13}"/>
          </ac:spMkLst>
        </pc:spChg>
      </pc:sldChg>
      <pc:sldChg chg="modSp add mod">
        <pc:chgData name="이세훈" userId="38656351-cf5c-47e6-8007-bd90b18525ba" providerId="ADAL" clId="{C7D23D22-1AD8-4CC9-8959-CE0A5E8A5134}" dt="2023-12-27T02:18:34.789" v="1053" actId="20577"/>
        <pc:sldMkLst>
          <pc:docMk/>
          <pc:sldMk cId="2704296159" sldId="259"/>
        </pc:sldMkLst>
        <pc:spChg chg="mod">
          <ac:chgData name="이세훈" userId="38656351-cf5c-47e6-8007-bd90b18525ba" providerId="ADAL" clId="{C7D23D22-1AD8-4CC9-8959-CE0A5E8A5134}" dt="2023-12-27T02:16:23.203" v="938" actId="20577"/>
          <ac:spMkLst>
            <pc:docMk/>
            <pc:sldMk cId="2704296159" sldId="259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34.789" v="1053" actId="20577"/>
          <ac:spMkLst>
            <pc:docMk/>
            <pc:sldMk cId="2704296159" sldId="259"/>
            <ac:spMk id="3" creationId="{9E8F1FAC-21B1-51F5-643E-2BA461588F77}"/>
          </ac:spMkLst>
        </pc:spChg>
      </pc:sldChg>
      <pc:sldChg chg="modSp new mod">
        <pc:chgData name="이세훈" userId="38656351-cf5c-47e6-8007-bd90b18525ba" providerId="ADAL" clId="{C7D23D22-1AD8-4CC9-8959-CE0A5E8A5134}" dt="2023-12-26T04:25:35.300" v="32"/>
        <pc:sldMkLst>
          <pc:docMk/>
          <pc:sldMk cId="3163171558" sldId="259"/>
        </pc:sldMkLst>
        <pc:spChg chg="mod">
          <ac:chgData name="이세훈" userId="38656351-cf5c-47e6-8007-bd90b18525ba" providerId="ADAL" clId="{C7D23D22-1AD8-4CC9-8959-CE0A5E8A5134}" dt="2023-12-26T04:25:35.300" v="32"/>
          <ac:spMkLst>
            <pc:docMk/>
            <pc:sldMk cId="3163171558" sldId="259"/>
            <ac:spMk id="2" creationId="{2E98C1EC-A43C-05D5-4E32-F516EB3C5C22}"/>
          </ac:spMkLst>
        </pc:spChg>
      </pc:sldChg>
      <pc:sldChg chg="add del">
        <pc:chgData name="이세훈" userId="38656351-cf5c-47e6-8007-bd90b18525ba" providerId="ADAL" clId="{C7D23D22-1AD8-4CC9-8959-CE0A5E8A5134}" dt="2023-12-27T02:12:12.016" v="823" actId="47"/>
        <pc:sldMkLst>
          <pc:docMk/>
          <pc:sldMk cId="3423821228" sldId="259"/>
        </pc:sldMkLst>
      </pc:sldChg>
      <pc:sldChg chg="modSp add del mod">
        <pc:chgData name="이세훈" userId="38656351-cf5c-47e6-8007-bd90b18525ba" providerId="ADAL" clId="{C7D23D22-1AD8-4CC9-8959-CE0A5E8A5134}" dt="2023-12-27T02:12:50.565" v="864" actId="47"/>
        <pc:sldMkLst>
          <pc:docMk/>
          <pc:sldMk cId="3674884304" sldId="259"/>
        </pc:sldMkLst>
        <pc:spChg chg="mod">
          <ac:chgData name="이세훈" userId="38656351-cf5c-47e6-8007-bd90b18525ba" providerId="ADAL" clId="{C7D23D22-1AD8-4CC9-8959-CE0A5E8A5134}" dt="2023-12-27T02:12:45.693" v="863" actId="20577"/>
          <ac:spMkLst>
            <pc:docMk/>
            <pc:sldMk cId="3674884304" sldId="259"/>
            <ac:spMk id="2" creationId="{7CBE828D-537B-BDCB-0044-6E1E125C2C01}"/>
          </ac:spMkLst>
        </pc:spChg>
      </pc:sldChg>
      <pc:sldChg chg="add del">
        <pc:chgData name="이세훈" userId="38656351-cf5c-47e6-8007-bd90b18525ba" providerId="ADAL" clId="{C7D23D22-1AD8-4CC9-8959-CE0A5E8A5134}" dt="2023-12-27T02:12:12.277" v="824" actId="47"/>
        <pc:sldMkLst>
          <pc:docMk/>
          <pc:sldMk cId="129046201" sldId="260"/>
        </pc:sldMkLst>
      </pc:sldChg>
      <pc:sldChg chg="add del">
        <pc:chgData name="이세훈" userId="38656351-cf5c-47e6-8007-bd90b18525ba" providerId="ADAL" clId="{C7D23D22-1AD8-4CC9-8959-CE0A5E8A5134}" dt="2023-12-27T02:12:51.011" v="865" actId="47"/>
        <pc:sldMkLst>
          <pc:docMk/>
          <pc:sldMk cId="1491981651" sldId="260"/>
        </pc:sldMkLst>
      </pc:sldChg>
      <pc:sldChg chg="modSp new mod">
        <pc:chgData name="이세훈" userId="38656351-cf5c-47e6-8007-bd90b18525ba" providerId="ADAL" clId="{C7D23D22-1AD8-4CC9-8959-CE0A5E8A5134}" dt="2023-12-26T04:25:37.232" v="33"/>
        <pc:sldMkLst>
          <pc:docMk/>
          <pc:sldMk cId="1564463487" sldId="260"/>
        </pc:sldMkLst>
        <pc:spChg chg="mod">
          <ac:chgData name="이세훈" userId="38656351-cf5c-47e6-8007-bd90b18525ba" providerId="ADAL" clId="{C7D23D22-1AD8-4CC9-8959-CE0A5E8A5134}" dt="2023-12-26T04:25:37.232" v="33"/>
          <ac:spMkLst>
            <pc:docMk/>
            <pc:sldMk cId="1564463487" sldId="260"/>
            <ac:spMk id="2" creationId="{CD6E5762-7A4C-C549-3747-47DF727B09E3}"/>
          </ac:spMkLst>
        </pc:spChg>
      </pc:sldChg>
      <pc:sldChg chg="addSp modSp del">
        <pc:chgData name="이세훈" userId="38656351-cf5c-47e6-8007-bd90b18525ba" providerId="ADAL" clId="{C7D23D22-1AD8-4CC9-8959-CE0A5E8A5134}" dt="2023-12-27T02:10:55.957" v="770" actId="47"/>
        <pc:sldMkLst>
          <pc:docMk/>
          <pc:sldMk cId="2719653964" sldId="260"/>
        </pc:sldMkLst>
        <pc:spChg chg="add mod">
          <ac:chgData name="이세훈" userId="38656351-cf5c-47e6-8007-bd90b18525ba" providerId="ADAL" clId="{C7D23D22-1AD8-4CC9-8959-CE0A5E8A5134}" dt="2023-12-27T02:01:20.853" v="712"/>
          <ac:spMkLst>
            <pc:docMk/>
            <pc:sldMk cId="2719653964" sldId="260"/>
            <ac:spMk id="4" creationId="{91A180F0-7A34-C23D-0AA4-3BB6CA37964F}"/>
          </ac:spMkLst>
        </pc:spChg>
        <pc:spChg chg="add mod">
          <ac:chgData name="이세훈" userId="38656351-cf5c-47e6-8007-bd90b18525ba" providerId="ADAL" clId="{C7D23D22-1AD8-4CC9-8959-CE0A5E8A5134}" dt="2023-12-27T02:01:30.340" v="717"/>
          <ac:spMkLst>
            <pc:docMk/>
            <pc:sldMk cId="2719653964" sldId="260"/>
            <ac:spMk id="6" creationId="{C734EE10-1987-C109-0F88-7F9E6803F0EA}"/>
          </ac:spMkLst>
        </pc:spChg>
        <pc:spChg chg="add mod">
          <ac:chgData name="이세훈" userId="38656351-cf5c-47e6-8007-bd90b18525ba" providerId="ADAL" clId="{C7D23D22-1AD8-4CC9-8959-CE0A5E8A5134}" dt="2023-12-27T02:10:19.750" v="756"/>
          <ac:spMkLst>
            <pc:docMk/>
            <pc:sldMk cId="2719653964" sldId="260"/>
            <ac:spMk id="8" creationId="{01ECE012-7DD7-10A7-463A-68FE67191892}"/>
          </ac:spMkLst>
        </pc:spChg>
      </pc:sldChg>
      <pc:sldChg chg="add del">
        <pc:chgData name="이세훈" userId="38656351-cf5c-47e6-8007-bd90b18525ba" providerId="ADAL" clId="{C7D23D22-1AD8-4CC9-8959-CE0A5E8A5134}" dt="2023-12-27T02:15:48.272" v="907" actId="47"/>
        <pc:sldMkLst>
          <pc:docMk/>
          <pc:sldMk cId="3053861732" sldId="260"/>
        </pc:sldMkLst>
      </pc:sldChg>
      <pc:sldChg chg="modSp add mod">
        <pc:chgData name="이세훈" userId="38656351-cf5c-47e6-8007-bd90b18525ba" providerId="ADAL" clId="{C7D23D22-1AD8-4CC9-8959-CE0A5E8A5134}" dt="2023-12-27T02:18:40.364" v="1054" actId="20577"/>
        <pc:sldMkLst>
          <pc:docMk/>
          <pc:sldMk cId="3159824265" sldId="260"/>
        </pc:sldMkLst>
        <pc:spChg chg="mod">
          <ac:chgData name="이세훈" userId="38656351-cf5c-47e6-8007-bd90b18525ba" providerId="ADAL" clId="{C7D23D22-1AD8-4CC9-8959-CE0A5E8A5134}" dt="2023-12-27T02:16:37.164" v="962" actId="20577"/>
          <ac:spMkLst>
            <pc:docMk/>
            <pc:sldMk cId="3159824265" sldId="260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40.364" v="1054" actId="20577"/>
          <ac:spMkLst>
            <pc:docMk/>
            <pc:sldMk cId="3159824265" sldId="260"/>
            <ac:spMk id="3" creationId="{9E8F1FAC-21B1-51F5-643E-2BA461588F77}"/>
          </ac:spMkLst>
        </pc:spChg>
      </pc:sldChg>
      <pc:sldChg chg="addSp modSp del">
        <pc:chgData name="이세훈" userId="38656351-cf5c-47e6-8007-bd90b18525ba" providerId="ADAL" clId="{C7D23D22-1AD8-4CC9-8959-CE0A5E8A5134}" dt="2023-12-27T02:10:56.391" v="771" actId="47"/>
        <pc:sldMkLst>
          <pc:docMk/>
          <pc:sldMk cId="53230650" sldId="261"/>
        </pc:sldMkLst>
        <pc:spChg chg="add mod">
          <ac:chgData name="이세훈" userId="38656351-cf5c-47e6-8007-bd90b18525ba" providerId="ADAL" clId="{C7D23D22-1AD8-4CC9-8959-CE0A5E8A5134}" dt="2023-12-27T02:01:21.535" v="713"/>
          <ac:spMkLst>
            <pc:docMk/>
            <pc:sldMk cId="53230650" sldId="261"/>
            <ac:spMk id="4" creationId="{57487DBF-1805-4366-038C-BDBA1984FA99}"/>
          </ac:spMkLst>
        </pc:spChg>
        <pc:spChg chg="add mod">
          <ac:chgData name="이세훈" userId="38656351-cf5c-47e6-8007-bd90b18525ba" providerId="ADAL" clId="{C7D23D22-1AD8-4CC9-8959-CE0A5E8A5134}" dt="2023-12-27T02:01:31.009" v="718"/>
          <ac:spMkLst>
            <pc:docMk/>
            <pc:sldMk cId="53230650" sldId="261"/>
            <ac:spMk id="6" creationId="{24E8112D-34B9-D705-5B52-506685244F6A}"/>
          </ac:spMkLst>
        </pc:spChg>
        <pc:spChg chg="add mod">
          <ac:chgData name="이세훈" userId="38656351-cf5c-47e6-8007-bd90b18525ba" providerId="ADAL" clId="{C7D23D22-1AD8-4CC9-8959-CE0A5E8A5134}" dt="2023-12-27T02:10:20.551" v="757"/>
          <ac:spMkLst>
            <pc:docMk/>
            <pc:sldMk cId="53230650" sldId="261"/>
            <ac:spMk id="8" creationId="{0521AAB5-A1F2-794D-C1D5-B3D8111D8600}"/>
          </ac:spMkLst>
        </pc:spChg>
      </pc:sldChg>
      <pc:sldChg chg="add del">
        <pc:chgData name="이세훈" userId="38656351-cf5c-47e6-8007-bd90b18525ba" providerId="ADAL" clId="{C7D23D22-1AD8-4CC9-8959-CE0A5E8A5134}" dt="2023-12-27T02:12:51.451" v="866" actId="47"/>
        <pc:sldMkLst>
          <pc:docMk/>
          <pc:sldMk cId="1051773152" sldId="261"/>
        </pc:sldMkLst>
      </pc:sldChg>
      <pc:sldChg chg="add del">
        <pc:chgData name="이세훈" userId="38656351-cf5c-47e6-8007-bd90b18525ba" providerId="ADAL" clId="{C7D23D22-1AD8-4CC9-8959-CE0A5E8A5134}" dt="2023-12-27T02:12:12.526" v="825" actId="47"/>
        <pc:sldMkLst>
          <pc:docMk/>
          <pc:sldMk cId="1205278976" sldId="261"/>
        </pc:sldMkLst>
      </pc:sldChg>
      <pc:sldChg chg="modSp add mod">
        <pc:chgData name="이세훈" userId="38656351-cf5c-47e6-8007-bd90b18525ba" providerId="ADAL" clId="{C7D23D22-1AD8-4CC9-8959-CE0A5E8A5134}" dt="2023-12-27T02:18:43.849" v="1055" actId="20577"/>
        <pc:sldMkLst>
          <pc:docMk/>
          <pc:sldMk cId="2600714010" sldId="261"/>
        </pc:sldMkLst>
        <pc:spChg chg="mod">
          <ac:chgData name="이세훈" userId="38656351-cf5c-47e6-8007-bd90b18525ba" providerId="ADAL" clId="{C7D23D22-1AD8-4CC9-8959-CE0A5E8A5134}" dt="2023-12-27T02:18:43.849" v="1055" actId="20577"/>
          <ac:spMkLst>
            <pc:docMk/>
            <pc:sldMk cId="2600714010" sldId="261"/>
            <ac:spMk id="3" creationId="{9E8F1FAC-21B1-51F5-643E-2BA461588F77}"/>
          </ac:spMkLst>
        </pc:spChg>
      </pc:sldChg>
      <pc:sldChg chg="add del">
        <pc:chgData name="이세훈" userId="38656351-cf5c-47e6-8007-bd90b18525ba" providerId="ADAL" clId="{C7D23D22-1AD8-4CC9-8959-CE0A5E8A5134}" dt="2023-12-27T02:15:49.273" v="908" actId="47"/>
        <pc:sldMkLst>
          <pc:docMk/>
          <pc:sldMk cId="3874016097" sldId="261"/>
        </pc:sldMkLst>
      </pc:sldChg>
      <pc:sldChg chg="modSp add mod">
        <pc:chgData name="이세훈" userId="38656351-cf5c-47e6-8007-bd90b18525ba" providerId="ADAL" clId="{C7D23D22-1AD8-4CC9-8959-CE0A5E8A5134}" dt="2023-12-27T02:18:46.403" v="1056" actId="20577"/>
        <pc:sldMkLst>
          <pc:docMk/>
          <pc:sldMk cId="459593369" sldId="262"/>
        </pc:sldMkLst>
        <pc:spChg chg="mod">
          <ac:chgData name="이세훈" userId="38656351-cf5c-47e6-8007-bd90b18525ba" providerId="ADAL" clId="{C7D23D22-1AD8-4CC9-8959-CE0A5E8A5134}" dt="2023-12-27T02:17:05.123" v="985" actId="20577"/>
          <ac:spMkLst>
            <pc:docMk/>
            <pc:sldMk cId="459593369" sldId="262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46.403" v="1056" actId="20577"/>
          <ac:spMkLst>
            <pc:docMk/>
            <pc:sldMk cId="459593369" sldId="262"/>
            <ac:spMk id="3" creationId="{9E8F1FAC-21B1-51F5-643E-2BA461588F77}"/>
          </ac:spMkLst>
        </pc:spChg>
      </pc:sldChg>
      <pc:sldChg chg="add del">
        <pc:chgData name="이세훈" userId="38656351-cf5c-47e6-8007-bd90b18525ba" providerId="ADAL" clId="{C7D23D22-1AD8-4CC9-8959-CE0A5E8A5134}" dt="2023-12-27T02:12:12.764" v="826" actId="47"/>
        <pc:sldMkLst>
          <pc:docMk/>
          <pc:sldMk cId="1000230078" sldId="262"/>
        </pc:sldMkLst>
      </pc:sldChg>
      <pc:sldChg chg="add del">
        <pc:chgData name="이세훈" userId="38656351-cf5c-47e6-8007-bd90b18525ba" providerId="ADAL" clId="{C7D23D22-1AD8-4CC9-8959-CE0A5E8A5134}" dt="2023-12-27T02:12:51.844" v="867" actId="47"/>
        <pc:sldMkLst>
          <pc:docMk/>
          <pc:sldMk cId="2631122632" sldId="262"/>
        </pc:sldMkLst>
      </pc:sldChg>
      <pc:sldChg chg="modSp add mod">
        <pc:chgData name="이세훈" userId="38656351-cf5c-47e6-8007-bd90b18525ba" providerId="ADAL" clId="{C7D23D22-1AD8-4CC9-8959-CE0A5E8A5134}" dt="2023-12-27T02:18:48.855" v="1057" actId="20577"/>
        <pc:sldMkLst>
          <pc:docMk/>
          <pc:sldMk cId="3596585731" sldId="263"/>
        </pc:sldMkLst>
        <pc:spChg chg="mod">
          <ac:chgData name="이세훈" userId="38656351-cf5c-47e6-8007-bd90b18525ba" providerId="ADAL" clId="{C7D23D22-1AD8-4CC9-8959-CE0A5E8A5134}" dt="2023-12-27T02:17:30.107" v="1007" actId="20577"/>
          <ac:spMkLst>
            <pc:docMk/>
            <pc:sldMk cId="3596585731" sldId="263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48.855" v="1057" actId="20577"/>
          <ac:spMkLst>
            <pc:docMk/>
            <pc:sldMk cId="3596585731" sldId="263"/>
            <ac:spMk id="3" creationId="{9E8F1FAC-21B1-51F5-643E-2BA461588F77}"/>
          </ac:spMkLst>
        </pc:spChg>
      </pc:sldChg>
      <pc:sldChg chg="modSp add mod">
        <pc:chgData name="이세훈" userId="38656351-cf5c-47e6-8007-bd90b18525ba" providerId="ADAL" clId="{C7D23D22-1AD8-4CC9-8959-CE0A5E8A5134}" dt="2023-12-27T02:18:51.890" v="1058" actId="20577"/>
        <pc:sldMkLst>
          <pc:docMk/>
          <pc:sldMk cId="3763098497" sldId="264"/>
        </pc:sldMkLst>
        <pc:spChg chg="mod">
          <ac:chgData name="이세훈" userId="38656351-cf5c-47e6-8007-bd90b18525ba" providerId="ADAL" clId="{C7D23D22-1AD8-4CC9-8959-CE0A5E8A5134}" dt="2023-12-27T02:18:01.232" v="1030" actId="20577"/>
          <ac:spMkLst>
            <pc:docMk/>
            <pc:sldMk cId="3763098497" sldId="264"/>
            <ac:spMk id="2" creationId="{7CBE828D-537B-BDCB-0044-6E1E125C2C01}"/>
          </ac:spMkLst>
        </pc:spChg>
        <pc:spChg chg="mod">
          <ac:chgData name="이세훈" userId="38656351-cf5c-47e6-8007-bd90b18525ba" providerId="ADAL" clId="{C7D23D22-1AD8-4CC9-8959-CE0A5E8A5134}" dt="2023-12-27T02:18:51.890" v="1058" actId="20577"/>
          <ac:spMkLst>
            <pc:docMk/>
            <pc:sldMk cId="3763098497" sldId="264"/>
            <ac:spMk id="3" creationId="{9E8F1FAC-21B1-51F5-643E-2BA461588F77}"/>
          </ac:spMkLst>
        </pc:spChg>
      </pc:sldChg>
      <pc:sldChg chg="modSp add mod">
        <pc:chgData name="이세훈" userId="38656351-cf5c-47e6-8007-bd90b18525ba" providerId="ADAL" clId="{C7D23D22-1AD8-4CC9-8959-CE0A5E8A5134}" dt="2023-12-27T02:18:23.800" v="1052"/>
        <pc:sldMkLst>
          <pc:docMk/>
          <pc:sldMk cId="1626255129" sldId="265"/>
        </pc:sldMkLst>
        <pc:spChg chg="mod">
          <ac:chgData name="이세훈" userId="38656351-cf5c-47e6-8007-bd90b18525ba" providerId="ADAL" clId="{C7D23D22-1AD8-4CC9-8959-CE0A5E8A5134}" dt="2023-12-27T02:18:23.800" v="1052"/>
          <ac:spMkLst>
            <pc:docMk/>
            <pc:sldMk cId="1626255129" sldId="265"/>
            <ac:spMk id="2" creationId="{B40AC267-CE06-0051-26EE-99C3B0099DB9}"/>
          </ac:spMkLst>
        </pc:spChg>
      </pc:sldChg>
    </pc:docChg>
  </pc:docChgLst>
  <pc:docChgLst>
    <pc:chgData name="이세훈" userId="S::redkye2@kyonggi.ac.kr::38656351-cf5c-47e6-8007-bd90b18525ba" providerId="AD" clId="Web-{5C882EDD-2A5D-DEAF-8EBF-69AA8AE399B2}"/>
    <pc:docChg chg="addSld delSld modSld sldOrd">
      <pc:chgData name="이세훈" userId="S::redkye2@kyonggi.ac.kr::38656351-cf5c-47e6-8007-bd90b18525ba" providerId="AD" clId="Web-{5C882EDD-2A5D-DEAF-8EBF-69AA8AE399B2}" dt="2023-12-27T01:52:47.943" v="122"/>
      <pc:docMkLst>
        <pc:docMk/>
      </pc:docMkLst>
      <pc:sldChg chg="addSp delSp modSp">
        <pc:chgData name="이세훈" userId="S::redkye2@kyonggi.ac.kr::38656351-cf5c-47e6-8007-bd90b18525ba" providerId="AD" clId="Web-{5C882EDD-2A5D-DEAF-8EBF-69AA8AE399B2}" dt="2023-12-27T01:52:47.943" v="122"/>
        <pc:sldMkLst>
          <pc:docMk/>
          <pc:sldMk cId="3877876133" sldId="256"/>
        </pc:sldMkLst>
        <pc:spChg chg="mod">
          <ac:chgData name="이세훈" userId="S::redkye2@kyonggi.ac.kr::38656351-cf5c-47e6-8007-bd90b18525ba" providerId="AD" clId="Web-{5C882EDD-2A5D-DEAF-8EBF-69AA8AE399B2}" dt="2023-12-27T01:51:14.452" v="117" actId="14100"/>
          <ac:spMkLst>
            <pc:docMk/>
            <pc:sldMk cId="3877876133" sldId="256"/>
            <ac:spMk id="2" creationId="{B40AC267-CE06-0051-26EE-99C3B0099DB9}"/>
          </ac:spMkLst>
        </pc:spChg>
        <pc:spChg chg="mod">
          <ac:chgData name="이세훈" userId="S::redkye2@kyonggi.ac.kr::38656351-cf5c-47e6-8007-bd90b18525ba" providerId="AD" clId="Web-{5C882EDD-2A5D-DEAF-8EBF-69AA8AE399B2}" dt="2023-12-27T01:51:20.875" v="118" actId="1076"/>
          <ac:spMkLst>
            <pc:docMk/>
            <pc:sldMk cId="3877876133" sldId="256"/>
            <ac:spMk id="3" creationId="{1BA14F1E-1383-BB48-CB58-43B5272C5463}"/>
          </ac:spMkLst>
        </pc:spChg>
        <pc:spChg chg="add mod">
          <ac:chgData name="이세훈" userId="S::redkye2@kyonggi.ac.kr::38656351-cf5c-47e6-8007-bd90b18525ba" providerId="AD" clId="Web-{5C882EDD-2A5D-DEAF-8EBF-69AA8AE399B2}" dt="2023-12-27T01:42:24.071" v="34" actId="14100"/>
          <ac:spMkLst>
            <pc:docMk/>
            <pc:sldMk cId="3877876133" sldId="256"/>
            <ac:spMk id="5" creationId="{BF5010CE-1B2B-55B6-4F05-3A1B3CFC7414}"/>
          </ac:spMkLst>
        </pc:spChg>
        <pc:spChg chg="add del mod">
          <ac:chgData name="이세훈" userId="S::redkye2@kyonggi.ac.kr::38656351-cf5c-47e6-8007-bd90b18525ba" providerId="AD" clId="Web-{5C882EDD-2A5D-DEAF-8EBF-69AA8AE399B2}" dt="2023-12-27T01:42:35.337" v="38"/>
          <ac:spMkLst>
            <pc:docMk/>
            <pc:sldMk cId="3877876133" sldId="256"/>
            <ac:spMk id="7" creationId="{2DF72842-B5CD-A803-A7C6-7497E9C5AB7A}"/>
          </ac:spMkLst>
        </pc:spChg>
        <pc:spChg chg="add mod">
          <ac:chgData name="이세훈" userId="S::redkye2@kyonggi.ac.kr::38656351-cf5c-47e6-8007-bd90b18525ba" providerId="AD" clId="Web-{5C882EDD-2A5D-DEAF-8EBF-69AA8AE399B2}" dt="2023-12-27T01:42:40.181" v="41" actId="1076"/>
          <ac:spMkLst>
            <pc:docMk/>
            <pc:sldMk cId="3877876133" sldId="256"/>
            <ac:spMk id="8" creationId="{33720AB0-3224-F384-C116-D221663E138F}"/>
          </ac:spMkLst>
        </pc:spChg>
        <pc:spChg chg="add mod">
          <ac:chgData name="이세훈" userId="S::redkye2@kyonggi.ac.kr::38656351-cf5c-47e6-8007-bd90b18525ba" providerId="AD" clId="Web-{5C882EDD-2A5D-DEAF-8EBF-69AA8AE399B2}" dt="2023-12-27T01:50:49.607" v="113" actId="1076"/>
          <ac:spMkLst>
            <pc:docMk/>
            <pc:sldMk cId="3877876133" sldId="256"/>
            <ac:spMk id="10" creationId="{1FEC99CB-F954-A7E7-3655-A08501766A4A}"/>
          </ac:spMkLst>
        </pc:spChg>
        <pc:picChg chg="add mod modCrop">
          <ac:chgData name="이세훈" userId="S::redkye2@kyonggi.ac.kr::38656351-cf5c-47e6-8007-bd90b18525ba" providerId="AD" clId="Web-{5C882EDD-2A5D-DEAF-8EBF-69AA8AE399B2}" dt="2023-12-27T01:40:21.468" v="10" actId="14100"/>
          <ac:picMkLst>
            <pc:docMk/>
            <pc:sldMk cId="3877876133" sldId="256"/>
            <ac:picMk id="4" creationId="{B3E4EAEA-3256-B202-9D0B-813308124CC4}"/>
          </ac:picMkLst>
        </pc:picChg>
        <pc:picChg chg="add del mod">
          <ac:chgData name="이세훈" userId="S::redkye2@kyonggi.ac.kr::38656351-cf5c-47e6-8007-bd90b18525ba" providerId="AD" clId="Web-{5C882EDD-2A5D-DEAF-8EBF-69AA8AE399B2}" dt="2023-12-27T01:41:35.224" v="22"/>
          <ac:picMkLst>
            <pc:docMk/>
            <pc:sldMk cId="3877876133" sldId="256"/>
            <ac:picMk id="6" creationId="{837A50C8-AD68-EBD6-84D8-F0EEB08D9F73}"/>
          </ac:picMkLst>
        </pc:picChg>
        <pc:picChg chg="add mod ord">
          <ac:chgData name="이세훈" userId="S::redkye2@kyonggi.ac.kr::38656351-cf5c-47e6-8007-bd90b18525ba" providerId="AD" clId="Web-{5C882EDD-2A5D-DEAF-8EBF-69AA8AE399B2}" dt="2023-12-27T01:52:47.943" v="122"/>
          <ac:picMkLst>
            <pc:docMk/>
            <pc:sldMk cId="3877876133" sldId="256"/>
            <ac:picMk id="9" creationId="{BCA84296-E7FD-E2D8-C6A8-2013C8977111}"/>
          </ac:picMkLst>
        </pc:picChg>
      </pc:sldChg>
      <pc:sldChg chg="addSp modSp ord">
        <pc:chgData name="이세훈" userId="S::redkye2@kyonggi.ac.kr::38656351-cf5c-47e6-8007-bd90b18525ba" providerId="AD" clId="Web-{5C882EDD-2A5D-DEAF-8EBF-69AA8AE399B2}" dt="2023-12-27T01:47:34.562" v="62" actId="1076"/>
        <pc:sldMkLst>
          <pc:docMk/>
          <pc:sldMk cId="909897023" sldId="257"/>
        </pc:sldMkLst>
        <pc:spChg chg="mod">
          <ac:chgData name="이세훈" userId="S::redkye2@kyonggi.ac.kr::38656351-cf5c-47e6-8007-bd90b18525ba" providerId="AD" clId="Web-{5C882EDD-2A5D-DEAF-8EBF-69AA8AE399B2}" dt="2023-12-27T01:47:34.562" v="62" actId="1076"/>
          <ac:spMkLst>
            <pc:docMk/>
            <pc:sldMk cId="909897023" sldId="257"/>
            <ac:spMk id="2" creationId="{7CBE828D-537B-BDCB-0044-6E1E125C2C01}"/>
          </ac:spMkLst>
        </pc:spChg>
        <pc:spChg chg="mod">
          <ac:chgData name="이세훈" userId="S::redkye2@kyonggi.ac.kr::38656351-cf5c-47e6-8007-bd90b18525ba" providerId="AD" clId="Web-{5C882EDD-2A5D-DEAF-8EBF-69AA8AE399B2}" dt="2023-12-27T01:47:30.624" v="61" actId="1076"/>
          <ac:spMkLst>
            <pc:docMk/>
            <pc:sldMk cId="909897023" sldId="257"/>
            <ac:spMk id="3" creationId="{9E8F1FAC-21B1-51F5-643E-2BA461588F77}"/>
          </ac:spMkLst>
        </pc:spChg>
        <pc:spChg chg="add">
          <ac:chgData name="이세훈" userId="S::redkye2@kyonggi.ac.kr::38656351-cf5c-47e6-8007-bd90b18525ba" providerId="AD" clId="Web-{5C882EDD-2A5D-DEAF-8EBF-69AA8AE399B2}" dt="2023-12-27T01:46:32.557" v="46"/>
          <ac:spMkLst>
            <pc:docMk/>
            <pc:sldMk cId="909897023" sldId="257"/>
            <ac:spMk id="5" creationId="{5FCB229B-0655-72E6-D755-8DB25627E6DF}"/>
          </ac:spMkLst>
        </pc:spChg>
        <pc:spChg chg="add">
          <ac:chgData name="이세훈" userId="S::redkye2@kyonggi.ac.kr::38656351-cf5c-47e6-8007-bd90b18525ba" providerId="AD" clId="Web-{5C882EDD-2A5D-DEAF-8EBF-69AA8AE399B2}" dt="2023-12-27T01:46:35.901" v="48"/>
          <ac:spMkLst>
            <pc:docMk/>
            <pc:sldMk cId="909897023" sldId="257"/>
            <ac:spMk id="7" creationId="{D2A2B75C-43CB-445C-1787-40672904D69E}"/>
          </ac:spMkLst>
        </pc:spChg>
        <pc:picChg chg="add">
          <ac:chgData name="이세훈" userId="S::redkye2@kyonggi.ac.kr::38656351-cf5c-47e6-8007-bd90b18525ba" providerId="AD" clId="Web-{5C882EDD-2A5D-DEAF-8EBF-69AA8AE399B2}" dt="2023-12-27T01:46:53.496" v="51"/>
          <ac:picMkLst>
            <pc:docMk/>
            <pc:sldMk cId="909897023" sldId="257"/>
            <ac:picMk id="9" creationId="{C9C44E3B-0F24-5F1C-BA2B-93F160D829C1}"/>
          </ac:picMkLst>
        </pc:picChg>
        <pc:picChg chg="add">
          <ac:chgData name="이세훈" userId="S::redkye2@kyonggi.ac.kr::38656351-cf5c-47e6-8007-bd90b18525ba" providerId="AD" clId="Web-{5C882EDD-2A5D-DEAF-8EBF-69AA8AE399B2}" dt="2023-12-27T01:47:19.732" v="58"/>
          <ac:picMkLst>
            <pc:docMk/>
            <pc:sldMk cId="909897023" sldId="257"/>
            <ac:picMk id="11" creationId="{54BDD524-6693-17C8-B5E4-106979BF9818}"/>
          </ac:picMkLst>
        </pc:picChg>
      </pc:sldChg>
      <pc:sldChg chg="addSp del">
        <pc:chgData name="이세훈" userId="S::redkye2@kyonggi.ac.kr::38656351-cf5c-47e6-8007-bd90b18525ba" providerId="AD" clId="Web-{5C882EDD-2A5D-DEAF-8EBF-69AA8AE399B2}" dt="2023-12-27T01:46:58.122" v="53"/>
        <pc:sldMkLst>
          <pc:docMk/>
          <pc:sldMk cId="1659252234" sldId="258"/>
        </pc:sldMkLst>
        <pc:picChg chg="add">
          <ac:chgData name="이세훈" userId="S::redkye2@kyonggi.ac.kr::38656351-cf5c-47e6-8007-bd90b18525ba" providerId="AD" clId="Web-{5C882EDD-2A5D-DEAF-8EBF-69AA8AE399B2}" dt="2023-12-27T01:46:49.058" v="50"/>
          <ac:picMkLst>
            <pc:docMk/>
            <pc:sldMk cId="1659252234" sldId="258"/>
            <ac:picMk id="5" creationId="{36B2A688-06D9-0247-1422-4FDC475E89A5}"/>
          </ac:picMkLst>
        </pc:picChg>
      </pc:sldChg>
      <pc:sldChg chg="add replId">
        <pc:chgData name="이세훈" userId="S::redkye2@kyonggi.ac.kr::38656351-cf5c-47e6-8007-bd90b18525ba" providerId="AD" clId="Web-{5C882EDD-2A5D-DEAF-8EBF-69AA8AE399B2}" dt="2023-12-27T01:47:48.719" v="65"/>
        <pc:sldMkLst>
          <pc:docMk/>
          <pc:sldMk cId="2805764780" sldId="258"/>
        </pc:sldMkLst>
      </pc:sldChg>
      <pc:sldChg chg="addSp add del replId">
        <pc:chgData name="이세훈" userId="S::redkye2@kyonggi.ac.kr::38656351-cf5c-47e6-8007-bd90b18525ba" providerId="AD" clId="Web-{5C882EDD-2A5D-DEAF-8EBF-69AA8AE399B2}" dt="2023-12-27T01:47:38.765" v="63"/>
        <pc:sldMkLst>
          <pc:docMk/>
          <pc:sldMk cId="3178927421" sldId="258"/>
        </pc:sldMkLst>
        <pc:picChg chg="add">
          <ac:chgData name="이세훈" userId="S::redkye2@kyonggi.ac.kr::38656351-cf5c-47e6-8007-bd90b18525ba" providerId="AD" clId="Web-{5C882EDD-2A5D-DEAF-8EBF-69AA8AE399B2}" dt="2023-12-27T01:47:20.733" v="59"/>
          <ac:picMkLst>
            <pc:docMk/>
            <pc:sldMk cId="3178927421" sldId="258"/>
            <ac:picMk id="6" creationId="{051EF29D-C674-725F-9580-6164FC7E74C4}"/>
          </ac:picMkLst>
        </pc:picChg>
      </pc:sldChg>
      <pc:sldChg chg="add replId">
        <pc:chgData name="이세훈" userId="S::redkye2@kyonggi.ac.kr::38656351-cf5c-47e6-8007-bd90b18525ba" providerId="AD" clId="Web-{5C882EDD-2A5D-DEAF-8EBF-69AA8AE399B2}" dt="2023-12-27T01:47:49.891" v="66"/>
        <pc:sldMkLst>
          <pc:docMk/>
          <pc:sldMk cId="1757866756" sldId="259"/>
        </pc:sldMkLst>
      </pc:sldChg>
      <pc:sldChg chg="addSp add del replId">
        <pc:chgData name="이세훈" userId="S::redkye2@kyonggi.ac.kr::38656351-cf5c-47e6-8007-bd90b18525ba" providerId="AD" clId="Web-{5C882EDD-2A5D-DEAF-8EBF-69AA8AE399B2}" dt="2023-12-27T01:47:40.500" v="64"/>
        <pc:sldMkLst>
          <pc:docMk/>
          <pc:sldMk cId="1906709140" sldId="259"/>
        </pc:sldMkLst>
        <pc:picChg chg="add">
          <ac:chgData name="이세훈" userId="S::redkye2@kyonggi.ac.kr::38656351-cf5c-47e6-8007-bd90b18525ba" providerId="AD" clId="Web-{5C882EDD-2A5D-DEAF-8EBF-69AA8AE399B2}" dt="2023-12-27T01:47:21.592" v="60"/>
          <ac:picMkLst>
            <pc:docMk/>
            <pc:sldMk cId="1906709140" sldId="259"/>
            <ac:picMk id="6" creationId="{33AB44FA-02AE-0910-3226-A747938B7ABA}"/>
          </ac:picMkLst>
        </pc:picChg>
      </pc:sldChg>
      <pc:sldChg chg="del">
        <pc:chgData name="이세훈" userId="S::redkye2@kyonggi.ac.kr::38656351-cf5c-47e6-8007-bd90b18525ba" providerId="AD" clId="Web-{5C882EDD-2A5D-DEAF-8EBF-69AA8AE399B2}" dt="2023-12-27T01:46:59.981" v="54"/>
        <pc:sldMkLst>
          <pc:docMk/>
          <pc:sldMk cId="3163171558" sldId="259"/>
        </pc:sldMkLst>
      </pc:sldChg>
      <pc:sldChg chg="del">
        <pc:chgData name="이세훈" userId="S::redkye2@kyonggi.ac.kr::38656351-cf5c-47e6-8007-bd90b18525ba" providerId="AD" clId="Web-{5C882EDD-2A5D-DEAF-8EBF-69AA8AE399B2}" dt="2023-12-27T01:47:00.044" v="55"/>
        <pc:sldMkLst>
          <pc:docMk/>
          <pc:sldMk cId="1564463487" sldId="260"/>
        </pc:sldMkLst>
      </pc:sldChg>
      <pc:sldChg chg="add replId">
        <pc:chgData name="이세훈" userId="S::redkye2@kyonggi.ac.kr::38656351-cf5c-47e6-8007-bd90b18525ba" providerId="AD" clId="Web-{5C882EDD-2A5D-DEAF-8EBF-69AA8AE399B2}" dt="2023-12-27T01:47:51.360" v="67"/>
        <pc:sldMkLst>
          <pc:docMk/>
          <pc:sldMk cId="2719653964" sldId="260"/>
        </pc:sldMkLst>
      </pc:sldChg>
      <pc:sldChg chg="add replId">
        <pc:chgData name="이세훈" userId="S::redkye2@kyonggi.ac.kr::38656351-cf5c-47e6-8007-bd90b18525ba" providerId="AD" clId="Web-{5C882EDD-2A5D-DEAF-8EBF-69AA8AE399B2}" dt="2023-12-27T01:47:52.813" v="68"/>
        <pc:sldMkLst>
          <pc:docMk/>
          <pc:sldMk cId="5323065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DEAF9-6A44-4113-8DCB-15C9C4B3014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112-5B13-4B97-990E-A7E91A96CA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66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 err="1">
                <a:solidFill>
                  <a:srgbClr val="344854"/>
                </a:solidFill>
                <a:effectLst/>
                <a:highlight>
                  <a:srgbClr val="FFFFFF"/>
                </a:highlight>
                <a:latin typeface="Optimistic Display"/>
              </a:rPr>
              <a:t>ㅊ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58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EXAONE-Deep-7.8B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40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8186-22BE-0472-24DE-642D3BEC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DC696B-1C4D-61AB-68C5-3687C246F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A54832-0AB9-AB03-A4FC-A4E77A992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EXAONE-Deep-7.8B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73AA2-BFB3-DA2C-6D6C-B8A32D795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112-5B13-4B97-990E-A7E91A96CA0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454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0BF3E-46F4-E2F3-5D17-36F669714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C56E0F-6626-097C-1D51-68894F555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9D102-FF83-BEF1-9E8A-E8BA07AF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2B599-D7E3-05B2-E5F6-E4CD233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FEB985-F435-5FEE-76A5-608F1BA0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67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57D72-493F-A746-CC94-9A58DF78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6EE44-9C28-C51E-2D64-221F5592D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A1719-7503-AF43-A7E7-10F507CCF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98BB2D-0FA9-1D30-74A3-4608E079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BB8614-D7E1-A3A2-776B-7629CBE9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69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E85FA-E06F-4FAF-9FC7-C44EA592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977EC-2FAC-48C5-2139-48EEAF9B7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E70D9D-7BDB-8C81-4CBE-984DDE2C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BB3868-280D-0EF4-5D76-B1356723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762C7-FBE5-8F48-B8E8-90CCF08DA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3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CC1FB-50BF-7FB0-1B3C-24D99197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841F03-A09A-F9DB-561C-EBDF1A675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BAF62-3526-0B76-03C1-41C42CD4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2CFE4F-BC95-C5FF-174C-ED4DD744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87EC50-08A0-CB5A-6063-99C842F4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EADECA-B0EA-2F46-720D-51DBC4CA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95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40F1A-7181-BC82-F696-E07F7550A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7609B2-83E3-4932-688C-86194C48E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7E795A-DBF9-06CC-C78D-E4E865162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1431C4-3796-0702-6742-619AD87F0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E26EF4-C976-D21E-85FC-2D28B1A59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A3ED26-5C63-1D7C-853C-FFC5A125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AA73C8-FBAF-B470-6D17-8CA8D504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1466E0-E581-4ABD-992F-3E0B150A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95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3BA61-C082-895A-46A1-28ACBE44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01E2FC-9760-2FBE-BAD1-5F8A9C5B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4AB31B-77AA-AEEB-6411-08083F88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89733C-DD81-40DF-0013-B55D3F11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42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02A1FE-E332-5F1B-DFAD-B5A8CC72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7F508E-6CBA-A57D-628F-39567CC0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EA00BF-F51F-9205-5C29-B0C057A1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4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05A55-CA07-A586-FD4C-FC19BB39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C319C-BE8F-CA60-0F06-DD994EAD5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916029-EB3A-6201-7639-1B50FAEEE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9A9153-02C0-DBF4-2BC5-4D5F3961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819BB-95DB-EC34-BCC4-13160E01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7B6269-C7B3-9E14-8784-9F73F63A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7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5ABB0-EF8B-6C32-81BA-7047A399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31473D-984C-3BD2-6B66-5540749E4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48044-E63C-E1E0-395C-543E7D9C4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C053E4-0C02-812F-8C53-0C1F3E69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42E22B-4662-DE5F-6236-7E2D433E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777123-B22E-9246-4E47-CD053021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52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13B2F-5806-BEEE-804C-1D3CBDCB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62DBCE-9FA0-9D42-4D93-C3815B08C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D5DC4D-3F7E-373B-43C8-D1FC3D50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E94198-5E87-EAD6-B434-CE61CA3D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9CC7A-4388-3CA7-1148-5F131534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4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A6C714-6482-96BD-7EAD-0CD892454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93DF95-ED87-5F35-7ADA-D792C3C7A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C5CEA5-E884-7F3C-B705-1837CEDAB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676C7F-5064-B9E8-43F6-3E842135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5669-070F-7EDF-FA36-C8E4CE75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77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CE976B-5FF4-62D4-BF1A-B0562BB2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38CF00-9982-13EC-B4DE-9C223BB67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811FE6-9B13-69E1-C67C-EBD70689F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66D8F-120E-43EB-8BE1-0C8A6129829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E22C7E-E9F0-F0AF-3425-3F448219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81A6D-645B-9D81-1D91-6E7352DFB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BF7FF-EA3C-40CE-8BCB-B8DCF4B39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50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CA84296-E7FD-E2D8-C6A8-2013C8977111}"/>
              </a:ext>
            </a:extLst>
          </p:cNvPr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9591" y="463859"/>
            <a:ext cx="5930282" cy="59302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40AC267-CE06-0051-26EE-99C3B0099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620" y="1747712"/>
            <a:ext cx="10102759" cy="1501554"/>
          </a:xfrm>
        </p:spPr>
        <p:txBody>
          <a:bodyPr>
            <a:normAutofit/>
          </a:bodyPr>
          <a:lstStyle/>
          <a:p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물리적 </a:t>
            </a:r>
            <a:r>
              <a:rPr lang="ko-KR" altLang="en-US" sz="3200" b="1" i="0" dirty="0" err="1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망분리</a:t>
            </a:r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 환경의 사이버보안 감시 운영 </a:t>
            </a:r>
            <a:br>
              <a:rPr lang="en-US" altLang="ko-KR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</a:br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효율화를</a:t>
            </a:r>
            <a:r>
              <a:rPr lang="en-US" altLang="ko-KR" sz="3200" b="1" dirty="0">
                <a:solidFill>
                  <a:srgbClr val="344854"/>
                </a:solidFill>
                <a:highlight>
                  <a:srgbClr val="FFFFFF"/>
                </a:highlight>
              </a:rPr>
              <a:t> </a:t>
            </a:r>
            <a:r>
              <a:rPr lang="ko-KR" altLang="en-US" sz="3200" b="1" i="0" dirty="0">
                <a:solidFill>
                  <a:srgbClr val="344854"/>
                </a:solidFill>
                <a:effectLst/>
                <a:highlight>
                  <a:srgbClr val="FFFFFF"/>
                </a:highlight>
              </a:rPr>
              <a:t>위한 </a:t>
            </a:r>
            <a:r>
              <a:rPr lang="en-US" altLang="ko-KR" sz="3200" b="1" dirty="0" err="1">
                <a:solidFill>
                  <a:srgbClr val="344854"/>
                </a:solidFill>
                <a:highlight>
                  <a:srgbClr val="FFFFFF"/>
                </a:highlight>
              </a:rPr>
              <a:t>sLLM</a:t>
            </a:r>
            <a:r>
              <a:rPr lang="en-US" altLang="ko-KR" sz="3200" b="1" dirty="0">
                <a:solidFill>
                  <a:srgbClr val="344854"/>
                </a:solidFill>
                <a:highlight>
                  <a:srgbClr val="FFFFFF"/>
                </a:highlight>
              </a:rPr>
              <a:t> </a:t>
            </a:r>
            <a:r>
              <a:rPr lang="ko-KR" altLang="en-US" sz="3200" b="1" dirty="0">
                <a:solidFill>
                  <a:srgbClr val="344854"/>
                </a:solidFill>
                <a:highlight>
                  <a:srgbClr val="FFFFFF"/>
                </a:highlight>
              </a:rPr>
              <a:t>기반 쿼리 추천 시스템</a:t>
            </a:r>
            <a:endParaRPr lang="en-US" altLang="ko-KR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A14F1E-1383-BB48-CB58-43B5272C5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3371" y="5196920"/>
            <a:ext cx="1834118" cy="592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800" dirty="0">
                <a:latin typeface="Arial Nova"/>
                <a:ea typeface="맑은 고딕"/>
                <a:cs typeface="Calibri"/>
              </a:rPr>
              <a:t>AI </a:t>
            </a:r>
            <a:r>
              <a:rPr lang="ko-KR" altLang="en-US" sz="2800" dirty="0" err="1">
                <a:latin typeface="Arial Nova"/>
                <a:ea typeface="맑은 고딕"/>
                <a:cs typeface="Calibri"/>
              </a:rPr>
              <a:t>Vision</a:t>
            </a:r>
            <a:endParaRPr lang="ko-KR" altLang="en-US" sz="2800" dirty="0">
              <a:latin typeface="Arial Nova"/>
              <a:ea typeface="맑은 고딕"/>
              <a:cs typeface="Calibri"/>
            </a:endParaRPr>
          </a:p>
        </p:txBody>
      </p:sp>
      <p:pic>
        <p:nvPicPr>
          <p:cNvPr id="4" name="Picture 3" descr="경기대학교 로고">
            <a:extLst>
              <a:ext uri="{FF2B5EF4-FFF2-40B4-BE49-F238E27FC236}">
                <a16:creationId xmlns:a16="http://schemas.microsoft.com/office/drawing/2014/main" id="{B3E4EAEA-3256-B202-9D0B-813308124C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EC99CB-F954-A7E7-3655-A08501766A4A}"/>
              </a:ext>
            </a:extLst>
          </p:cNvPr>
          <p:cNvSpPr txBox="1"/>
          <p:nvPr/>
        </p:nvSpPr>
        <p:spPr>
          <a:xfrm>
            <a:off x="5413744" y="5821324"/>
            <a:ext cx="14619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 dirty="0">
                <a:ea typeface="맑은 고딕"/>
              </a:rPr>
              <a:t>발표자</a:t>
            </a:r>
            <a:r>
              <a:rPr lang="en-US" sz="1600" b="1" dirty="0">
                <a:ea typeface="맑은 고딕"/>
              </a:rPr>
              <a:t>:</a:t>
            </a:r>
            <a:r>
              <a:rPr lang="ko-KR" altLang="en-US" sz="1600" b="1" dirty="0">
                <a:ea typeface="맑은 고딕"/>
              </a:rPr>
              <a:t>이세훈</a:t>
            </a:r>
            <a:endParaRPr lang="en-US" sz="1600" b="1" dirty="0"/>
          </a:p>
        </p:txBody>
      </p:sp>
      <p:sp>
        <p:nvSpPr>
          <p:cNvPr id="7" name="Right Triangle 7">
            <a:extLst>
              <a:ext uri="{FF2B5EF4-FFF2-40B4-BE49-F238E27FC236}">
                <a16:creationId xmlns:a16="http://schemas.microsoft.com/office/drawing/2014/main" id="{76F0A290-FC0C-F957-8510-4EE4D121D3D6}"/>
              </a:ext>
            </a:extLst>
          </p:cNvPr>
          <p:cNvSpPr/>
          <p:nvPr/>
        </p:nvSpPr>
        <p:spPr>
          <a:xfrm rot="5400000">
            <a:off x="785090" y="-785091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7">
            <a:extLst>
              <a:ext uri="{FF2B5EF4-FFF2-40B4-BE49-F238E27FC236}">
                <a16:creationId xmlns:a16="http://schemas.microsoft.com/office/drawing/2014/main" id="{A426F092-355A-03DA-81D6-F41A7DE4305B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5575741D-C82F-9BCF-5821-BCAE2B0E1308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BE828D-537B-BDCB-0044-6E1E125C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Introduction</a:t>
            </a:r>
            <a:endParaRPr lang="ko-KR" altLang="en-US" sz="1800" b="1" dirty="0"/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C9C44E3B-0F24-5F1C-BA2B-93F160D82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54BDD524-6693-17C8-B5E4-106979BF98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F4BA6BAD-B349-0E35-16E7-64E3614A7F1C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C25E9-C445-EE5B-0B57-72B60725C404}"/>
              </a:ext>
            </a:extLst>
          </p:cNvPr>
          <p:cNvSpPr txBox="1"/>
          <p:nvPr/>
        </p:nvSpPr>
        <p:spPr>
          <a:xfrm>
            <a:off x="1754354" y="622863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/>
              <a:t>현재 일 분담 역할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D0C6DA76-1EDD-EB26-0C80-AE93CAAB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1273" y="1587194"/>
            <a:ext cx="10515600" cy="49854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1. </a:t>
            </a:r>
            <a:r>
              <a:rPr lang="ko-KR" altLang="en-US" dirty="0">
                <a:solidFill>
                  <a:srgbClr val="FF0000"/>
                </a:solidFill>
              </a:rPr>
              <a:t>데이터 수집하여 군 실제 로그와 </a:t>
            </a:r>
            <a:r>
              <a:rPr lang="ko-KR" altLang="en-US" dirty="0" err="1">
                <a:solidFill>
                  <a:srgbClr val="FF0000"/>
                </a:solidFill>
              </a:rPr>
              <a:t>비슷한지</a:t>
            </a:r>
            <a:r>
              <a:rPr lang="ko-KR" altLang="en-US" dirty="0">
                <a:solidFill>
                  <a:srgbClr val="FF0000"/>
                </a:solidFill>
              </a:rPr>
              <a:t> 체크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2. </a:t>
            </a:r>
            <a:r>
              <a:rPr lang="ko-KR" altLang="en-US" dirty="0">
                <a:solidFill>
                  <a:srgbClr val="FF0000"/>
                </a:solidFill>
              </a:rPr>
              <a:t>군 내부에서 일어나지 않는 시나리오는 제외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br>
              <a:rPr lang="en-US" altLang="ko-KR" dirty="0">
                <a:solidFill>
                  <a:srgbClr val="FF0000"/>
                </a:solidFill>
              </a:rPr>
            </a:b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3. </a:t>
            </a:r>
            <a:r>
              <a:rPr lang="ko-KR" altLang="en-US" dirty="0">
                <a:solidFill>
                  <a:srgbClr val="FF0000"/>
                </a:solidFill>
              </a:rPr>
              <a:t>어느 정도 수준의 질의어로 만들지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   </a:t>
            </a:r>
            <a:br>
              <a:rPr lang="en-US" altLang="ko-KR" dirty="0">
                <a:solidFill>
                  <a:srgbClr val="FF0000"/>
                </a:solidFill>
              </a:rPr>
            </a:b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4. </a:t>
            </a:r>
            <a:r>
              <a:rPr lang="ko-KR" altLang="en-US" dirty="0">
                <a:solidFill>
                  <a:srgbClr val="FF0000"/>
                </a:solidFill>
              </a:rPr>
              <a:t>군 내부 </a:t>
            </a:r>
            <a:r>
              <a:rPr lang="en-US" altLang="ko-KR" dirty="0">
                <a:solidFill>
                  <a:srgbClr val="FF0000"/>
                </a:solidFill>
              </a:rPr>
              <a:t>SPL</a:t>
            </a:r>
            <a:r>
              <a:rPr lang="ko-KR" altLang="en-US" dirty="0">
                <a:solidFill>
                  <a:srgbClr val="FF0000"/>
                </a:solidFill>
              </a:rPr>
              <a:t> 관련 가이드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r>
              <a:rPr lang="ko-KR" altLang="en-US" dirty="0">
                <a:solidFill>
                  <a:srgbClr val="FF0000"/>
                </a:solidFill>
              </a:rPr>
              <a:t> 있는지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데이터 수집 및 </a:t>
            </a:r>
            <a:r>
              <a:rPr lang="ko-KR" altLang="en-US" dirty="0" err="1"/>
              <a:t>전처리</a:t>
            </a:r>
            <a:r>
              <a:rPr lang="en-US" altLang="ko-KR" dirty="0"/>
              <a:t>/</a:t>
            </a:r>
            <a:r>
              <a:rPr lang="ko-KR" altLang="en-US" dirty="0"/>
              <a:t>정규화</a:t>
            </a:r>
            <a:r>
              <a:rPr lang="en-US" altLang="ko-KR" dirty="0"/>
              <a:t>(</a:t>
            </a:r>
            <a:r>
              <a:rPr lang="ko-KR" altLang="en-US" dirty="0"/>
              <a:t>이세훈</a:t>
            </a:r>
            <a:r>
              <a:rPr lang="en-US" altLang="ko-KR" dirty="0"/>
              <a:t>/</a:t>
            </a:r>
            <a:r>
              <a:rPr lang="ko-KR" altLang="en-US" dirty="0" err="1"/>
              <a:t>윤정님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모델 전수조사 및 </a:t>
            </a:r>
            <a:r>
              <a:rPr lang="en-US" altLang="ko-KR" dirty="0"/>
              <a:t>RTX 5090 </a:t>
            </a:r>
            <a:r>
              <a:rPr lang="ko-KR" altLang="en-US" dirty="0"/>
              <a:t>한계치 체크</a:t>
            </a:r>
            <a:r>
              <a:rPr lang="en-US" altLang="ko-KR" dirty="0"/>
              <a:t>(</a:t>
            </a:r>
            <a:r>
              <a:rPr lang="ko-KR" altLang="en-US" dirty="0"/>
              <a:t>이세훈</a:t>
            </a:r>
            <a:r>
              <a:rPr lang="en-US" altLang="ko-KR" dirty="0"/>
              <a:t>/</a:t>
            </a:r>
            <a:r>
              <a:rPr lang="ko-KR" altLang="en-US" dirty="0" err="1"/>
              <a:t>도영님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7. </a:t>
            </a:r>
            <a:r>
              <a:rPr lang="ko-KR" altLang="en-US" dirty="0"/>
              <a:t>앞으로 해야 할 일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1528C42-D208-9657-A7DB-4769BAA75DFD}"/>
              </a:ext>
            </a:extLst>
          </p:cNvPr>
          <p:cNvCxnSpPr/>
          <p:nvPr/>
        </p:nvCxnSpPr>
        <p:spPr>
          <a:xfrm>
            <a:off x="2258932" y="2582667"/>
            <a:ext cx="67506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C9B049F-2872-8388-9602-EBB640D15874}"/>
              </a:ext>
            </a:extLst>
          </p:cNvPr>
          <p:cNvCxnSpPr/>
          <p:nvPr/>
        </p:nvCxnSpPr>
        <p:spPr>
          <a:xfrm>
            <a:off x="2258932" y="2695310"/>
            <a:ext cx="67506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29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4C28-5EC9-18CC-A606-9AB2FCCE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D2CE1E2B-3D11-E8E6-3B5F-AA68BAE198C4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139177-2ED1-1159-BB05-DCA55D01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0E53A3E1-0826-E9EF-BB38-957EB66FB5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B21CD45D-18CE-0686-AB21-71389AD6EE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CF1F46F1-3162-877F-BB09-C6C0D78E0B7B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E1B56-B3C4-0623-3379-34F1DF733F7F}"/>
              </a:ext>
            </a:extLst>
          </p:cNvPr>
          <p:cNvSpPr txBox="1"/>
          <p:nvPr/>
        </p:nvSpPr>
        <p:spPr>
          <a:xfrm>
            <a:off x="1992893" y="626265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1. </a:t>
            </a:r>
            <a:r>
              <a:rPr lang="ko-KR" altLang="en-US" sz="2800" dirty="0">
                <a:solidFill>
                  <a:srgbClr val="FF0000"/>
                </a:solidFill>
              </a:rPr>
              <a:t>데이터 수집하여 군 실제 로그와 </a:t>
            </a:r>
            <a:r>
              <a:rPr lang="ko-KR" altLang="en-US" sz="2800" dirty="0" err="1">
                <a:solidFill>
                  <a:srgbClr val="FF0000"/>
                </a:solidFill>
              </a:rPr>
              <a:t>비슷한지</a:t>
            </a:r>
            <a:r>
              <a:rPr lang="ko-KR" altLang="en-US" sz="2800" dirty="0">
                <a:solidFill>
                  <a:srgbClr val="FF0000"/>
                </a:solidFill>
              </a:rPr>
              <a:t> 체크 </a:t>
            </a:r>
            <a:endParaRPr lang="en-US" altLang="ko-KR" sz="2800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A6670F-8DC2-BA4A-3D89-BBC336FF3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0" t="9783" r="6248" b="10137"/>
          <a:stretch>
            <a:fillRect/>
          </a:stretch>
        </p:blipFill>
        <p:spPr>
          <a:xfrm>
            <a:off x="-65414" y="2186696"/>
            <a:ext cx="5494352" cy="32195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C366872-23D3-AD9E-79F5-033BABDF4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" t="10921" r="4913" b="11274"/>
          <a:stretch>
            <a:fillRect/>
          </a:stretch>
        </p:blipFill>
        <p:spPr>
          <a:xfrm>
            <a:off x="5428938" y="2635574"/>
            <a:ext cx="6750657" cy="23217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BEDA31-D2E6-5764-45C4-78D070B5A0E3}"/>
              </a:ext>
            </a:extLst>
          </p:cNvPr>
          <p:cNvSpPr txBox="1"/>
          <p:nvPr/>
        </p:nvSpPr>
        <p:spPr>
          <a:xfrm>
            <a:off x="1375575" y="5510886"/>
            <a:ext cx="260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네트워크 레벨 로그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11659E-BDC1-5C7D-8860-66D3A42286C4}"/>
              </a:ext>
            </a:extLst>
          </p:cNvPr>
          <p:cNvSpPr txBox="1"/>
          <p:nvPr/>
        </p:nvSpPr>
        <p:spPr>
          <a:xfrm>
            <a:off x="7500252" y="5510886"/>
            <a:ext cx="260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EDR</a:t>
            </a:r>
            <a:r>
              <a:rPr lang="ko-KR" altLang="en-US" dirty="0"/>
              <a:t> 레벨 로그</a:t>
            </a:r>
          </a:p>
        </p:txBody>
      </p:sp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A69F3F93-15C3-3DF4-6191-AF2479F3D96B}"/>
              </a:ext>
            </a:extLst>
          </p:cNvPr>
          <p:cNvSpPr/>
          <p:nvPr/>
        </p:nvSpPr>
        <p:spPr>
          <a:xfrm>
            <a:off x="1983007" y="1584960"/>
            <a:ext cx="464388" cy="499800"/>
          </a:xfrm>
          <a:prstGeom prst="rt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각 삼각형 17">
            <a:extLst>
              <a:ext uri="{FF2B5EF4-FFF2-40B4-BE49-F238E27FC236}">
                <a16:creationId xmlns:a16="http://schemas.microsoft.com/office/drawing/2014/main" id="{E9E6B515-FB3B-BD04-00ED-68423D1F6756}"/>
              </a:ext>
            </a:extLst>
          </p:cNvPr>
          <p:cNvSpPr/>
          <p:nvPr/>
        </p:nvSpPr>
        <p:spPr>
          <a:xfrm flipH="1">
            <a:off x="2938568" y="1578538"/>
            <a:ext cx="464388" cy="499800"/>
          </a:xfrm>
          <a:prstGeom prst="rt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0E45194F-8A05-DF6F-E1B0-AC6753AD72E5}"/>
              </a:ext>
            </a:extLst>
          </p:cNvPr>
          <p:cNvSpPr/>
          <p:nvPr/>
        </p:nvSpPr>
        <p:spPr>
          <a:xfrm>
            <a:off x="2447395" y="1561540"/>
            <a:ext cx="464388" cy="523220"/>
          </a:xfrm>
          <a:prstGeom prst="triangl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55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D01B-AC11-C589-D415-024B0018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0CF42F2C-02C4-D10A-81E6-3129998E0F32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31F1E6-6E1D-7D60-A3E4-27C27F0A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EBDBB69E-95A8-138A-66D9-0CF28AA26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93756C54-1A07-D72E-7B18-064E3ADD09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D58E6B13-6B0C-8CCD-FB6D-3A61FA18C6CA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6FA3D-509D-EB3A-4DD4-CF602722933C}"/>
              </a:ext>
            </a:extLst>
          </p:cNvPr>
          <p:cNvSpPr txBox="1"/>
          <p:nvPr/>
        </p:nvSpPr>
        <p:spPr>
          <a:xfrm>
            <a:off x="3001886" y="616689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3. </a:t>
            </a:r>
            <a:r>
              <a:rPr lang="ko-KR" altLang="en-US" sz="2800" dirty="0">
                <a:solidFill>
                  <a:srgbClr val="FF0000"/>
                </a:solidFill>
              </a:rPr>
              <a:t>어느 정도 수준의 질의어로 만들지</a:t>
            </a:r>
            <a:endParaRPr lang="en-US" altLang="ko-KR" sz="28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33E20-5137-7AF7-DBF4-FC4A72A4B842}"/>
              </a:ext>
            </a:extLst>
          </p:cNvPr>
          <p:cNvSpPr txBox="1"/>
          <p:nvPr/>
        </p:nvSpPr>
        <p:spPr>
          <a:xfrm>
            <a:off x="1008794" y="2757341"/>
            <a:ext cx="101744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800" b="1" dirty="0"/>
              <a:t>초보자 모드</a:t>
            </a:r>
            <a:r>
              <a:rPr lang="en-US" altLang="ko-KR" sz="1800" dirty="0"/>
              <a:t>: "</a:t>
            </a:r>
            <a:r>
              <a:rPr lang="ko-KR" altLang="en-US" sz="1800" dirty="0"/>
              <a:t>인터넷 끊긴 거 다 보여줘</a:t>
            </a:r>
            <a:r>
              <a:rPr lang="en-US" altLang="ko-KR" sz="1800" dirty="0"/>
              <a:t>", "</a:t>
            </a:r>
            <a:r>
              <a:rPr lang="ko-KR" altLang="en-US" sz="1800" dirty="0"/>
              <a:t>누가 자꾸 로그인 틀려</a:t>
            </a:r>
            <a:r>
              <a:rPr lang="en-US" altLang="ko-KR" sz="1800" dirty="0"/>
              <a:t>?" (</a:t>
            </a:r>
            <a:r>
              <a:rPr lang="ko-KR" altLang="en-US" sz="1800" dirty="0"/>
              <a:t>현상 중심</a:t>
            </a:r>
            <a:r>
              <a:rPr lang="en-US" altLang="ko-KR" sz="1800" dirty="0"/>
              <a:t>)</a:t>
            </a:r>
            <a:endParaRPr lang="en-US" altLang="ko-KR" sz="1800" b="1" dirty="0"/>
          </a:p>
          <a:p>
            <a:pPr lvl="1"/>
            <a:r>
              <a:rPr lang="ko-KR" altLang="en-US" sz="1800" b="1" dirty="0" err="1"/>
              <a:t>중급자</a:t>
            </a:r>
            <a:r>
              <a:rPr lang="ko-KR" altLang="en-US" sz="1800" b="1" dirty="0"/>
              <a:t> 모드</a:t>
            </a:r>
            <a:r>
              <a:rPr lang="en-US" altLang="ko-KR" sz="1800" dirty="0"/>
              <a:t>: "BSTOLL-L </a:t>
            </a:r>
            <a:r>
              <a:rPr lang="ko-KR" altLang="en-US" sz="1800" dirty="0"/>
              <a:t>장비에서 발생한 </a:t>
            </a:r>
            <a:r>
              <a:rPr lang="en-US" altLang="ko-KR" sz="1800" dirty="0"/>
              <a:t>4625 </a:t>
            </a:r>
            <a:r>
              <a:rPr lang="ko-KR" altLang="en-US" sz="1800" dirty="0"/>
              <a:t>이벤트 </a:t>
            </a:r>
            <a:r>
              <a:rPr lang="ko-KR" altLang="en-US" sz="1800" dirty="0" err="1"/>
              <a:t>리스트업해줘</a:t>
            </a:r>
            <a:r>
              <a:rPr lang="en-US" altLang="ko-KR" sz="1800" dirty="0"/>
              <a:t>." (</a:t>
            </a:r>
            <a:r>
              <a:rPr lang="ko-KR" altLang="en-US" sz="1800" dirty="0"/>
              <a:t>용어 중심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b="1" dirty="0"/>
              <a:t>전문가 모드</a:t>
            </a:r>
            <a:r>
              <a:rPr lang="en-US" altLang="ko-KR" sz="1800" dirty="0"/>
              <a:t>: "Extract source IPs with failed login attempts exceeding 5 counts." (</a:t>
            </a:r>
            <a:r>
              <a:rPr lang="ko-KR" altLang="en-US" sz="1800" dirty="0"/>
              <a:t>로직 중심</a:t>
            </a:r>
            <a:r>
              <a:rPr lang="en-US" altLang="ko-KR" sz="18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B787E0-5749-CEF3-7CDF-CFDA8EDB392E}"/>
              </a:ext>
            </a:extLst>
          </p:cNvPr>
          <p:cNvSpPr txBox="1"/>
          <p:nvPr/>
        </p:nvSpPr>
        <p:spPr>
          <a:xfrm>
            <a:off x="1008794" y="5005715"/>
            <a:ext cx="101744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ko-KR" altLang="en-US" sz="3200" b="1" dirty="0"/>
              <a:t>최소 </a:t>
            </a:r>
            <a:r>
              <a:rPr lang="ko-KR" altLang="en-US" sz="3200" b="1" dirty="0" err="1"/>
              <a:t>중급자</a:t>
            </a:r>
            <a:r>
              <a:rPr lang="ko-KR" altLang="en-US" sz="3200" b="1" dirty="0"/>
              <a:t> 수준 이상의 질의어로 </a:t>
            </a:r>
            <a:r>
              <a:rPr lang="ko-KR" altLang="en-US" sz="3200" b="1" dirty="0" err="1"/>
              <a:t>질의응답할</a:t>
            </a:r>
            <a:r>
              <a:rPr lang="ko-KR" altLang="en-US" sz="3200" b="1" dirty="0"/>
              <a:t> 예정</a:t>
            </a:r>
            <a:endParaRPr lang="en-US" altLang="ko-KR" sz="3200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0D54040-23BD-8D05-4AD6-4CEE688F695D}"/>
              </a:ext>
            </a:extLst>
          </p:cNvPr>
          <p:cNvSpPr/>
          <p:nvPr/>
        </p:nvSpPr>
        <p:spPr>
          <a:xfrm rot="5400000">
            <a:off x="5762296" y="4089974"/>
            <a:ext cx="667407" cy="48084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61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E643-5330-3694-C959-4DE04FD6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77B75B60-FDFC-23FF-1B53-C65B17FFB2C4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18E694-6B1C-28B9-97DA-D3D829A4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86599F3-C4A1-F161-A4DE-7FD0C3AB3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C341AD53-D760-20BB-AD71-8CBB7C05C2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7962F664-5A86-EDBB-74BC-D17702BD5678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7B622-7B76-AC31-2024-EA2E4FC5B90B}"/>
              </a:ext>
            </a:extLst>
          </p:cNvPr>
          <p:cNvSpPr txBox="1"/>
          <p:nvPr/>
        </p:nvSpPr>
        <p:spPr>
          <a:xfrm>
            <a:off x="1992893" y="626265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</a:rPr>
              <a:t>4. </a:t>
            </a:r>
            <a:r>
              <a:rPr lang="ko-KR" altLang="en-US" sz="2800" dirty="0">
                <a:solidFill>
                  <a:srgbClr val="FF0000"/>
                </a:solidFill>
              </a:rPr>
              <a:t>군 내부 </a:t>
            </a:r>
            <a:r>
              <a:rPr lang="en-US" altLang="ko-KR" sz="2800" dirty="0">
                <a:solidFill>
                  <a:srgbClr val="FF0000"/>
                </a:solidFill>
              </a:rPr>
              <a:t>SPL</a:t>
            </a:r>
            <a:r>
              <a:rPr lang="ko-KR" altLang="en-US" sz="2800" dirty="0">
                <a:solidFill>
                  <a:srgbClr val="FF0000"/>
                </a:solidFill>
              </a:rPr>
              <a:t> 관련 가이드</a:t>
            </a:r>
            <a:r>
              <a:rPr lang="en-US" altLang="ko-KR" sz="2800" dirty="0">
                <a:solidFill>
                  <a:srgbClr val="FF0000"/>
                </a:solidFill>
              </a:rPr>
              <a:t>?</a:t>
            </a:r>
            <a:r>
              <a:rPr lang="ko-KR" altLang="en-US" sz="2800" dirty="0">
                <a:solidFill>
                  <a:srgbClr val="FF0000"/>
                </a:solidFill>
              </a:rPr>
              <a:t> 있는지</a:t>
            </a:r>
            <a:r>
              <a:rPr lang="en-US" altLang="ko-KR" sz="2800" dirty="0">
                <a:solidFill>
                  <a:srgbClr val="FF0000"/>
                </a:solidFill>
              </a:rPr>
              <a:t>,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B8C40-9A9A-510B-EE4D-8264354505A2}"/>
              </a:ext>
            </a:extLst>
          </p:cNvPr>
          <p:cNvSpPr txBox="1"/>
          <p:nvPr/>
        </p:nvSpPr>
        <p:spPr>
          <a:xfrm>
            <a:off x="874986" y="3240392"/>
            <a:ext cx="10515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400" dirty="0"/>
              <a:t>훈련 예시 제공 예정</a:t>
            </a:r>
            <a:br>
              <a:rPr lang="en-US" altLang="ko-KR" sz="4400" dirty="0"/>
            </a:br>
            <a:r>
              <a:rPr lang="en-US" altLang="ko-KR" sz="4400" dirty="0"/>
              <a:t>(</a:t>
            </a:r>
            <a:r>
              <a:rPr lang="ko-KR" altLang="en-US" sz="4400" dirty="0" err="1"/>
              <a:t>찾으시는대로</a:t>
            </a:r>
            <a:r>
              <a:rPr lang="ko-KR" altLang="en-US" sz="4400" dirty="0"/>
              <a:t> 카카오톡으로 바로 공유 부탁드림</a:t>
            </a:r>
            <a:r>
              <a:rPr lang="en-US" altLang="ko-KR" sz="4400" dirty="0"/>
              <a:t>)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820332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2ADD-C13F-0228-591C-D39C0DF3A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1B42975A-DF9A-32D2-A8F8-DCBBB23CC4A5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E547C9-D71B-A97C-7FB7-E1CA47E6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5290B77-C72C-5518-CF47-88B05A4DA2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9D290032-5C10-29C3-C7AF-5085177514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57BBA247-371C-115D-396B-B592303DD795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0DD3D-63D4-6F56-9463-E14632A513C8}"/>
              </a:ext>
            </a:extLst>
          </p:cNvPr>
          <p:cNvSpPr txBox="1"/>
          <p:nvPr/>
        </p:nvSpPr>
        <p:spPr>
          <a:xfrm>
            <a:off x="1992893" y="626265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5. </a:t>
            </a:r>
            <a:r>
              <a:rPr lang="ko-KR" altLang="en-US" sz="2800" dirty="0"/>
              <a:t>데이터 수집 및 </a:t>
            </a:r>
            <a:r>
              <a:rPr lang="ko-KR" altLang="en-US" sz="2800" dirty="0" err="1"/>
              <a:t>전처리</a:t>
            </a:r>
            <a:r>
              <a:rPr lang="en-US" altLang="ko-KR" sz="2800" dirty="0"/>
              <a:t>/</a:t>
            </a:r>
            <a:r>
              <a:rPr lang="ko-KR" altLang="en-US" sz="2800" dirty="0"/>
              <a:t>정규화</a:t>
            </a:r>
            <a:r>
              <a:rPr lang="en-US" altLang="ko-KR" sz="2800" dirty="0"/>
              <a:t>(</a:t>
            </a:r>
            <a:r>
              <a:rPr lang="ko-KR" altLang="en-US" sz="2800" dirty="0"/>
              <a:t>이세훈</a:t>
            </a:r>
            <a:r>
              <a:rPr lang="en-US" altLang="ko-KR" sz="2800" dirty="0"/>
              <a:t>/</a:t>
            </a:r>
            <a:r>
              <a:rPr lang="ko-KR" altLang="en-US" sz="2800" dirty="0" err="1"/>
              <a:t>윤정님</a:t>
            </a:r>
            <a:r>
              <a:rPr lang="en-US" altLang="ko-KR" sz="28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084BB-0573-FFF9-37A5-FFDBA1620650}"/>
              </a:ext>
            </a:extLst>
          </p:cNvPr>
          <p:cNvSpPr txBox="1"/>
          <p:nvPr/>
        </p:nvSpPr>
        <p:spPr>
          <a:xfrm>
            <a:off x="612183" y="1790054"/>
            <a:ext cx="56568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BOTSv3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총 </a:t>
            </a:r>
            <a:r>
              <a:rPr lang="en-US" altLang="ko-KR" dirty="0"/>
              <a:t>41,934 </a:t>
            </a:r>
            <a:r>
              <a:rPr lang="ko-KR" altLang="en-US" dirty="0"/>
              <a:t>네트워크 로그 확보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로그 유형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방화벽 연결</a:t>
            </a:r>
            <a:r>
              <a:rPr lang="en-US" altLang="ko-KR" dirty="0"/>
              <a:t>: 32,006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네트워크 연결</a:t>
            </a:r>
            <a:r>
              <a:rPr lang="en-US" altLang="ko-KR" dirty="0"/>
              <a:t>: 6,830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웹 요청</a:t>
            </a:r>
            <a:r>
              <a:rPr lang="en-US" altLang="ko-KR" dirty="0"/>
              <a:t>: 3,394</a:t>
            </a:r>
            <a:r>
              <a:rPr lang="ko-KR" altLang="en-US" dirty="0"/>
              <a:t>건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9EFCB8-FBFA-5586-B809-6ADAC11C4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" t="17257" r="2722" b="17788"/>
          <a:stretch>
            <a:fillRect/>
          </a:stretch>
        </p:blipFill>
        <p:spPr>
          <a:xfrm>
            <a:off x="336958" y="4782725"/>
            <a:ext cx="11518084" cy="12917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E56A83-F6F7-26F7-111A-EB7C63FD78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0" t="9783" r="6248" b="10137"/>
          <a:stretch>
            <a:fillRect/>
          </a:stretch>
        </p:blipFill>
        <p:spPr>
          <a:xfrm>
            <a:off x="6269064" y="1257258"/>
            <a:ext cx="5494352" cy="321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03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5E6F-A2DC-2E77-FB10-A9B4C698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21E7D4A5-B420-7FEA-E918-751B1C68E4C2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5BEC040-75CC-1C8D-AA76-E9B7643F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5BA375CF-7065-B770-2B27-E9AD6D7B2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9266A422-79E4-FA37-8875-9DB9EA54BF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2BEC25EE-26A2-EA51-940A-C596336049F4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00CBA-15ED-13BE-CE1D-44BD8732AF07}"/>
              </a:ext>
            </a:extLst>
          </p:cNvPr>
          <p:cNvSpPr txBox="1"/>
          <p:nvPr/>
        </p:nvSpPr>
        <p:spPr>
          <a:xfrm>
            <a:off x="1992893" y="626265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5. </a:t>
            </a:r>
            <a:r>
              <a:rPr lang="ko-KR" altLang="en-US" sz="2800" dirty="0"/>
              <a:t>데이터 수집 및 </a:t>
            </a:r>
            <a:r>
              <a:rPr lang="ko-KR" altLang="en-US" sz="2800" dirty="0" err="1"/>
              <a:t>전처리</a:t>
            </a:r>
            <a:r>
              <a:rPr lang="en-US" altLang="ko-KR" sz="2800" dirty="0"/>
              <a:t>/</a:t>
            </a:r>
            <a:r>
              <a:rPr lang="ko-KR" altLang="en-US" sz="2800" dirty="0"/>
              <a:t>정규화</a:t>
            </a:r>
            <a:r>
              <a:rPr lang="en-US" altLang="ko-KR" sz="2800" dirty="0"/>
              <a:t>(</a:t>
            </a:r>
            <a:r>
              <a:rPr lang="ko-KR" altLang="en-US" sz="2800" dirty="0"/>
              <a:t>이세훈</a:t>
            </a:r>
            <a:r>
              <a:rPr lang="en-US" altLang="ko-KR" sz="2800" dirty="0"/>
              <a:t>/</a:t>
            </a:r>
            <a:r>
              <a:rPr lang="ko-KR" altLang="en-US" sz="2800" dirty="0" err="1"/>
              <a:t>윤정님</a:t>
            </a:r>
            <a:r>
              <a:rPr lang="en-US" altLang="ko-KR" sz="28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D40B9-4C34-93AA-1CEE-4B0BE9D21C1A}"/>
              </a:ext>
            </a:extLst>
          </p:cNvPr>
          <p:cNvSpPr txBox="1"/>
          <p:nvPr/>
        </p:nvSpPr>
        <p:spPr>
          <a:xfrm>
            <a:off x="612184" y="1790054"/>
            <a:ext cx="54838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Suricata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총 </a:t>
            </a:r>
            <a:r>
              <a:rPr lang="en-US" altLang="ko-KR" dirty="0"/>
              <a:t>251</a:t>
            </a:r>
            <a:r>
              <a:rPr lang="ko-KR" altLang="en-US" dirty="0"/>
              <a:t>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로그 유형 </a:t>
            </a:r>
            <a:endParaRPr lang="en-US" altLang="ko-KR" dirty="0"/>
          </a:p>
          <a:p>
            <a:pPr marL="742950" lvl="1" indent="-285750">
              <a:buFont typeface="시스템 서체 일반체"/>
              <a:buChar char="◦"/>
            </a:pPr>
            <a:r>
              <a:rPr lang="en" altLang="ko-KR" dirty="0"/>
              <a:t>WRCCDC 2018: 207</a:t>
            </a:r>
            <a:r>
              <a:rPr lang="ko-KR" altLang="en-US" dirty="0"/>
              <a:t>건 </a:t>
            </a:r>
            <a:r>
              <a:rPr lang="en-US" altLang="ko-KR" dirty="0"/>
              <a:t>(</a:t>
            </a:r>
            <a:r>
              <a:rPr lang="en" altLang="ko-KR" dirty="0"/>
              <a:t>SSH </a:t>
            </a:r>
            <a:r>
              <a:rPr lang="ko-KR" altLang="en-US" dirty="0"/>
              <a:t>스캔</a:t>
            </a:r>
            <a:r>
              <a:rPr lang="en-US" altLang="ko-KR" dirty="0"/>
              <a:t>, </a:t>
            </a:r>
            <a:r>
              <a:rPr lang="ko-KR" altLang="en-US" dirty="0"/>
              <a:t>악성코드</a:t>
            </a:r>
            <a:r>
              <a:rPr lang="en-US" altLang="ko-KR" dirty="0"/>
              <a:t>, </a:t>
            </a:r>
            <a:r>
              <a:rPr lang="en" altLang="ko-KR" dirty="0"/>
              <a:t>C2 </a:t>
            </a:r>
            <a:r>
              <a:rPr lang="ko-KR" altLang="en-US" dirty="0"/>
              <a:t>탐지</a:t>
            </a:r>
            <a:r>
              <a:rPr lang="en-US" altLang="ko-KR" dirty="0"/>
              <a:t>)</a:t>
            </a:r>
          </a:p>
          <a:p>
            <a:pPr marL="742950" lvl="1" indent="-285750">
              <a:buFont typeface="시스템 서체 일반체"/>
              <a:buChar char="◦"/>
            </a:pPr>
            <a:r>
              <a:rPr lang="en" altLang="ko-KR" dirty="0"/>
              <a:t>Honeypot 2018: 44</a:t>
            </a:r>
            <a:r>
              <a:rPr lang="ko-KR" altLang="en-US" dirty="0"/>
              <a:t>건</a:t>
            </a:r>
          </a:p>
          <a:p>
            <a:pPr lvl="1"/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예시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JSON </a:t>
            </a:r>
            <a:r>
              <a:rPr lang="ko-KR" altLang="en-US" dirty="0"/>
              <a:t>배열 → </a:t>
            </a:r>
            <a:r>
              <a:rPr lang="en" altLang="ko-KR" dirty="0"/>
              <a:t>JSONL</a:t>
            </a:r>
            <a:br>
              <a:rPr lang="en-US" altLang="ko-KR" dirty="0"/>
            </a:br>
            <a:r>
              <a:rPr lang="en" altLang="ko-KR" dirty="0"/>
              <a:t>wrccdc_2018_alerts.json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 err="1"/>
              <a:t>suricata_alerts.jsonl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3" name="그림 12" descr="텍스트, 스크린샷, 메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60780F1-818E-856E-ED4B-BD2165E60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878" y="1149485"/>
            <a:ext cx="3563940" cy="555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1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800A2-CF3D-58B0-E0EF-76426903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ED4E6-8153-D5DD-890A-8C66E25B23F3}"/>
              </a:ext>
            </a:extLst>
          </p:cNvPr>
          <p:cNvSpPr txBox="1"/>
          <p:nvPr/>
        </p:nvSpPr>
        <p:spPr>
          <a:xfrm>
            <a:off x="612184" y="1790054"/>
            <a:ext cx="55481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en-US" altLang="ko-KR" dirty="0"/>
              <a:t>Zeek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총 </a:t>
            </a:r>
            <a:r>
              <a:rPr lang="en-US" altLang="ko-KR" dirty="0"/>
              <a:t>20,058</a:t>
            </a:r>
            <a:r>
              <a:rPr lang="ko-KR" altLang="en-US" dirty="0"/>
              <a:t>개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네트워크 플로우 확보 출처</a:t>
            </a:r>
            <a:r>
              <a:rPr lang="en-US" altLang="ko-KR" dirty="0"/>
              <a:t>: </a:t>
            </a:r>
            <a:r>
              <a:rPr lang="en" altLang="ko-KR" dirty="0"/>
              <a:t>University of West Florida (UWF-ZeekDataFall22, 2022)</a:t>
            </a:r>
          </a:p>
          <a:p>
            <a:pPr marL="742950" lvl="1" indent="-285750">
              <a:buFont typeface="시스템 서체 일반체"/>
              <a:buChar char="◦"/>
            </a:pPr>
            <a:r>
              <a:rPr lang="en" altLang="ko-KR" dirty="0"/>
              <a:t>Command &amp; Control (T1071): 17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buFont typeface="시스템 서체 일반체"/>
              <a:buChar char="◦"/>
            </a:pPr>
            <a:r>
              <a:rPr lang="en" altLang="ko-KR" dirty="0"/>
              <a:t>Lateral Movement (T1210): 11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buFont typeface="시스템 서체 일반체"/>
              <a:buChar char="◦"/>
            </a:pPr>
            <a:r>
              <a:rPr lang="en" altLang="ko-KR" dirty="0"/>
              <a:t>Execution (T1204): 30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buFont typeface="시스템 서체 일반체"/>
              <a:buChar char="◦"/>
            </a:pPr>
            <a:r>
              <a:rPr lang="en" altLang="ko-KR" dirty="0"/>
              <a:t>Reconnaissance (T1592): 2,492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buFont typeface="시스템 서체 일반체"/>
              <a:buChar char="◦"/>
            </a:pPr>
            <a:r>
              <a:rPr lang="en" altLang="ko-KR" dirty="0"/>
              <a:t>Benign (</a:t>
            </a:r>
            <a:r>
              <a:rPr lang="ko-KR" altLang="en-US" dirty="0"/>
              <a:t>정상</a:t>
            </a:r>
            <a:r>
              <a:rPr lang="en-US" altLang="ko-KR" dirty="0"/>
              <a:t>): 17,508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buFont typeface="시스템 서체 일반체"/>
              <a:buChar char="◦"/>
            </a:pPr>
            <a:endParaRPr lang="en-US" altLang="ko-KR" dirty="0"/>
          </a:p>
          <a:p>
            <a:pPr lvl="1"/>
            <a:r>
              <a:rPr lang="ko-KR" altLang="en-US" dirty="0"/>
              <a:t>*</a:t>
            </a:r>
            <a:r>
              <a:rPr lang="en" altLang="ko-KR" b="1" dirty="0"/>
              <a:t>Zeek</a:t>
            </a:r>
            <a:r>
              <a:rPr lang="en" altLang="ko-KR" dirty="0"/>
              <a:t>: CSV → JSONL </a:t>
            </a:r>
            <a:br>
              <a:rPr lang="en" altLang="ko-KR" dirty="0"/>
            </a:br>
            <a:r>
              <a:rPr lang="en-US" altLang="ko-KR" dirty="0"/>
              <a:t>(</a:t>
            </a:r>
            <a:r>
              <a:rPr lang="ko-KR" altLang="en-US" dirty="0"/>
              <a:t>파일 위치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step6_normalized/</a:t>
            </a:r>
            <a:r>
              <a:rPr lang="en" altLang="ko-KR" dirty="0" err="1"/>
              <a:t>zeek_uwf.jsonl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Right Triangle 7">
            <a:extLst>
              <a:ext uri="{FF2B5EF4-FFF2-40B4-BE49-F238E27FC236}">
                <a16:creationId xmlns:a16="http://schemas.microsoft.com/office/drawing/2014/main" id="{D4B678AA-B2B1-6466-2A8C-48DE7B228122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442417-F943-BF36-7F9C-DC3A7D16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31A34F8E-553A-2227-8510-CBC38C9C0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AEB6CDA4-072B-C03E-80D8-4B0250F52A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999F0E08-E68E-41E9-EAE2-B6EEDECC9493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177D93-B0F0-E50A-35B7-61F19FE2BDFB}"/>
              </a:ext>
            </a:extLst>
          </p:cNvPr>
          <p:cNvSpPr txBox="1"/>
          <p:nvPr/>
        </p:nvSpPr>
        <p:spPr>
          <a:xfrm>
            <a:off x="1992893" y="626265"/>
            <a:ext cx="867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5. </a:t>
            </a:r>
            <a:r>
              <a:rPr lang="ko-KR" altLang="en-US" sz="2800" dirty="0"/>
              <a:t>데이터 수집 및 </a:t>
            </a:r>
            <a:r>
              <a:rPr lang="ko-KR" altLang="en-US" sz="2800" dirty="0" err="1"/>
              <a:t>전처리</a:t>
            </a:r>
            <a:r>
              <a:rPr lang="en-US" altLang="ko-KR" sz="2800" dirty="0"/>
              <a:t>/</a:t>
            </a:r>
            <a:r>
              <a:rPr lang="ko-KR" altLang="en-US" sz="2800" dirty="0"/>
              <a:t>정규화</a:t>
            </a:r>
            <a:r>
              <a:rPr lang="en-US" altLang="ko-KR" sz="2800" dirty="0"/>
              <a:t>(</a:t>
            </a:r>
            <a:r>
              <a:rPr lang="ko-KR" altLang="en-US" sz="2800" dirty="0"/>
              <a:t>이세훈</a:t>
            </a:r>
            <a:r>
              <a:rPr lang="en-US" altLang="ko-KR" sz="2800" dirty="0"/>
              <a:t>/</a:t>
            </a:r>
            <a:r>
              <a:rPr lang="ko-KR" altLang="en-US" sz="2800" dirty="0" err="1"/>
              <a:t>윤정님</a:t>
            </a:r>
            <a:r>
              <a:rPr lang="en-US" altLang="ko-KR" sz="2800" dirty="0"/>
              <a:t>)</a:t>
            </a:r>
          </a:p>
        </p:txBody>
      </p:sp>
      <p:pic>
        <p:nvPicPr>
          <p:cNvPr id="14" name="그림 13" descr="텍스트, 스크린샷, 폰트, 메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FBF638B-FC40-0330-5101-0A4B1ADCA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986" y="1302415"/>
            <a:ext cx="3380285" cy="53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79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31A49-5EB2-3C4F-9135-0ECF7AF2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양쪽 중괄호 15">
            <a:extLst>
              <a:ext uri="{FF2B5EF4-FFF2-40B4-BE49-F238E27FC236}">
                <a16:creationId xmlns:a16="http://schemas.microsoft.com/office/drawing/2014/main" id="{97849B88-710F-294C-A944-600CEFF5237D}"/>
              </a:ext>
            </a:extLst>
          </p:cNvPr>
          <p:cNvSpPr/>
          <p:nvPr/>
        </p:nvSpPr>
        <p:spPr>
          <a:xfrm>
            <a:off x="1626157" y="4305667"/>
            <a:ext cx="1157681" cy="470728"/>
          </a:xfrm>
          <a:prstGeom prst="brace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양쪽 중괄호 13">
            <a:extLst>
              <a:ext uri="{FF2B5EF4-FFF2-40B4-BE49-F238E27FC236}">
                <a16:creationId xmlns:a16="http://schemas.microsoft.com/office/drawing/2014/main" id="{F0B08E16-46A3-9149-EDAA-B9792257C630}"/>
              </a:ext>
            </a:extLst>
          </p:cNvPr>
          <p:cNvSpPr/>
          <p:nvPr/>
        </p:nvSpPr>
        <p:spPr>
          <a:xfrm>
            <a:off x="1626157" y="3557167"/>
            <a:ext cx="1157681" cy="495883"/>
          </a:xfrm>
          <a:prstGeom prst="brace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양쪽 중괄호 6">
            <a:extLst>
              <a:ext uri="{FF2B5EF4-FFF2-40B4-BE49-F238E27FC236}">
                <a16:creationId xmlns:a16="http://schemas.microsoft.com/office/drawing/2014/main" id="{968EDD41-DE85-577D-192F-9CFA797D0877}"/>
              </a:ext>
            </a:extLst>
          </p:cNvPr>
          <p:cNvSpPr/>
          <p:nvPr/>
        </p:nvSpPr>
        <p:spPr>
          <a:xfrm>
            <a:off x="1612188" y="5029012"/>
            <a:ext cx="1157681" cy="470728"/>
          </a:xfrm>
          <a:prstGeom prst="brace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양쪽 중괄호 5">
            <a:extLst>
              <a:ext uri="{FF2B5EF4-FFF2-40B4-BE49-F238E27FC236}">
                <a16:creationId xmlns:a16="http://schemas.microsoft.com/office/drawing/2014/main" id="{6B6E498A-9CC6-0BAC-4472-2D8A069A00D2}"/>
              </a:ext>
            </a:extLst>
          </p:cNvPr>
          <p:cNvSpPr/>
          <p:nvPr/>
        </p:nvSpPr>
        <p:spPr>
          <a:xfrm>
            <a:off x="1612188" y="2804729"/>
            <a:ext cx="1157681" cy="495883"/>
          </a:xfrm>
          <a:prstGeom prst="brace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Right Triangle 7">
            <a:extLst>
              <a:ext uri="{FF2B5EF4-FFF2-40B4-BE49-F238E27FC236}">
                <a16:creationId xmlns:a16="http://schemas.microsoft.com/office/drawing/2014/main" id="{C59AE12F-3309-3A63-DD47-B5C64C68D9C6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806343-C696-DF7A-9611-2DB48F25E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FC1387DF-1D94-329A-4E8A-CBA2875D2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2FFD7960-1868-83F4-3BBE-116E927AD3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33637AE7-A4C4-ECF1-24B9-FE6C4A31D19C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DB6EBA-DD2F-63C9-8FEC-72D54C3D1066}"/>
              </a:ext>
            </a:extLst>
          </p:cNvPr>
          <p:cNvSpPr txBox="1"/>
          <p:nvPr/>
        </p:nvSpPr>
        <p:spPr>
          <a:xfrm>
            <a:off x="1992892" y="626265"/>
            <a:ext cx="9437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6. </a:t>
            </a:r>
            <a:r>
              <a:rPr lang="ko-KR" altLang="en-US" sz="2800" dirty="0"/>
              <a:t>모델 전수조사 및 </a:t>
            </a:r>
            <a:r>
              <a:rPr lang="en-US" altLang="ko-KR" sz="2800" dirty="0"/>
              <a:t>RTX 5090 </a:t>
            </a:r>
            <a:r>
              <a:rPr lang="ko-KR" altLang="en-US" sz="2800" dirty="0"/>
              <a:t>한계치 체크</a:t>
            </a:r>
            <a:r>
              <a:rPr lang="en-US" altLang="ko-KR" sz="2800" dirty="0"/>
              <a:t>(</a:t>
            </a:r>
            <a:r>
              <a:rPr lang="ko-KR" altLang="en-US" sz="2800" dirty="0"/>
              <a:t>이세훈</a:t>
            </a:r>
            <a:r>
              <a:rPr lang="en-US" altLang="ko-KR" sz="2800" dirty="0"/>
              <a:t>/</a:t>
            </a:r>
            <a:r>
              <a:rPr lang="ko-KR" altLang="en-US" sz="2800" dirty="0" err="1"/>
              <a:t>도영님</a:t>
            </a:r>
            <a:r>
              <a:rPr lang="en-US" altLang="ko-KR" sz="2800" dirty="0"/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60FF0D4-9A43-207B-13FE-2AA8419C4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74319"/>
              </p:ext>
            </p:extLst>
          </p:nvPr>
        </p:nvGraphicFramePr>
        <p:xfrm>
          <a:off x="1805630" y="2304826"/>
          <a:ext cx="9760607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243">
                  <a:extLst>
                    <a:ext uri="{9D8B030D-6E8A-4147-A177-3AD203B41FA5}">
                      <a16:colId xmlns:a16="http://schemas.microsoft.com/office/drawing/2014/main" val="3783297323"/>
                    </a:ext>
                  </a:extLst>
                </a:gridCol>
                <a:gridCol w="5423338">
                  <a:extLst>
                    <a:ext uri="{9D8B030D-6E8A-4147-A177-3AD203B41FA5}">
                      <a16:colId xmlns:a16="http://schemas.microsoft.com/office/drawing/2014/main" val="466085142"/>
                    </a:ext>
                  </a:extLst>
                </a:gridCol>
                <a:gridCol w="1195258">
                  <a:extLst>
                    <a:ext uri="{9D8B030D-6E8A-4147-A177-3AD203B41FA5}">
                      <a16:colId xmlns:a16="http://schemas.microsoft.com/office/drawing/2014/main" val="2862100246"/>
                    </a:ext>
                  </a:extLst>
                </a:gridCol>
                <a:gridCol w="1626768">
                  <a:extLst>
                    <a:ext uri="{9D8B030D-6E8A-4147-A177-3AD203B41FA5}">
                      <a16:colId xmlns:a16="http://schemas.microsoft.com/office/drawing/2014/main" val="335373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사이즈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11166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Ministral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mistralai</a:t>
                      </a:r>
                      <a:r>
                        <a:rPr lang="en-US" altLang="ko-KR" dirty="0"/>
                        <a:t>/Ministral-3-14B-Reasoning-2512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52477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Ministral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mistralai</a:t>
                      </a:r>
                      <a:r>
                        <a:rPr lang="en-US" altLang="ko-KR" dirty="0"/>
                        <a:t>/Ministral-3-8B-Reasoning-2512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2025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37042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Google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google/gemma-4-31B-it/assistant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2026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33B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05071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Google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google/gemma-4-26B-A4B-it/assistant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2026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124238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Upstage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upstage/SOLAR-10.7B-Instruct-v1.0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2024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10.7B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076947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Upstage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upstage/solar-pro-preview-pretrained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22B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212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LGAI-EXAONE/EXAONE-Deep-32B/AWQ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32B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2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LGAI-EXAONE/EXAONE-Deep-7.8B/AWQ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340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D1C1AC-3049-3B7B-5F14-71C049A93F3A}"/>
              </a:ext>
            </a:extLst>
          </p:cNvPr>
          <p:cNvSpPr txBox="1"/>
          <p:nvPr/>
        </p:nvSpPr>
        <p:spPr>
          <a:xfrm>
            <a:off x="359457" y="2893161"/>
            <a:ext cx="1446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r>
              <a:rPr lang="ko-KR" altLang="en-US" dirty="0"/>
              <a:t>개 언어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B5C887-E8AA-E61B-4003-1D4E50A1790D}"/>
              </a:ext>
            </a:extLst>
          </p:cNvPr>
          <p:cNvSpPr txBox="1"/>
          <p:nvPr/>
        </p:nvSpPr>
        <p:spPr>
          <a:xfrm>
            <a:off x="388737" y="3669944"/>
            <a:ext cx="1446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35</a:t>
            </a:r>
            <a:r>
              <a:rPr lang="ko-KR" altLang="en-US" dirty="0"/>
              <a:t>개 언어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3D610D-E9B2-D330-DCB0-38F947062A28}"/>
              </a:ext>
            </a:extLst>
          </p:cNvPr>
          <p:cNvSpPr txBox="1"/>
          <p:nvPr/>
        </p:nvSpPr>
        <p:spPr>
          <a:xfrm>
            <a:off x="546719" y="5055178"/>
            <a:ext cx="1446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 언어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9D570-03F3-F181-A5CF-410EB91E795E}"/>
              </a:ext>
            </a:extLst>
          </p:cNvPr>
          <p:cNvSpPr txBox="1"/>
          <p:nvPr/>
        </p:nvSpPr>
        <p:spPr>
          <a:xfrm>
            <a:off x="389294" y="4357257"/>
            <a:ext cx="144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명시 안됨</a:t>
            </a:r>
            <a:br>
              <a:rPr lang="en-US" altLang="ko-KR" dirty="0"/>
            </a:br>
            <a:r>
              <a:rPr lang="ko-KR" altLang="en-US" dirty="0"/>
              <a:t>다만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E1D0D97-A352-CA05-4CFF-70D9FA744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091" y="5714236"/>
            <a:ext cx="8122676" cy="105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86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979A-EBE2-3E14-2422-9B76EDA0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7">
            <a:extLst>
              <a:ext uri="{FF2B5EF4-FFF2-40B4-BE49-F238E27FC236}">
                <a16:creationId xmlns:a16="http://schemas.microsoft.com/office/drawing/2014/main" id="{A491A931-EB19-2234-31A2-1F167BA1BBB4}"/>
              </a:ext>
            </a:extLst>
          </p:cNvPr>
          <p:cNvSpPr/>
          <p:nvPr/>
        </p:nvSpPr>
        <p:spPr>
          <a:xfrm rot="5400000">
            <a:off x="785091" y="-790407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1B76B6-F2F9-3A7B-036E-A349CC27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86" y="171467"/>
            <a:ext cx="2155805" cy="964331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각 현황</a:t>
            </a:r>
          </a:p>
        </p:txBody>
      </p:sp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C7FF5EEC-DC95-9B15-B3ED-D791F94A6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590" y="-5316"/>
            <a:ext cx="622005" cy="622005"/>
          </a:xfrm>
          <a:prstGeom prst="rect">
            <a:avLst/>
          </a:prstGeom>
        </p:spPr>
      </p:pic>
      <p:pic>
        <p:nvPicPr>
          <p:cNvPr id="11" name="Picture 10" descr="경기대학교 로고">
            <a:extLst>
              <a:ext uri="{FF2B5EF4-FFF2-40B4-BE49-F238E27FC236}">
                <a16:creationId xmlns:a16="http://schemas.microsoft.com/office/drawing/2014/main" id="{EE86BDD1-2D71-FCA4-910D-890EDD096D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2" name="Right Triangle 7">
            <a:extLst>
              <a:ext uri="{FF2B5EF4-FFF2-40B4-BE49-F238E27FC236}">
                <a16:creationId xmlns:a16="http://schemas.microsoft.com/office/drawing/2014/main" id="{97984223-FD1F-8981-6911-7EA2CE217EDE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F1730-2B07-E35E-8691-1481792EF0AD}"/>
              </a:ext>
            </a:extLst>
          </p:cNvPr>
          <p:cNvSpPr txBox="1"/>
          <p:nvPr/>
        </p:nvSpPr>
        <p:spPr>
          <a:xfrm>
            <a:off x="1313383" y="616689"/>
            <a:ext cx="9437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7. </a:t>
            </a:r>
            <a:r>
              <a:rPr lang="ko-KR" altLang="en-US" sz="2800" dirty="0"/>
              <a:t>앞으로 해야 할 일</a:t>
            </a: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DA6F0-B9CF-ED65-C5E4-37D6E123BD2A}"/>
              </a:ext>
            </a:extLst>
          </p:cNvPr>
          <p:cNvSpPr txBox="1"/>
          <p:nvPr/>
        </p:nvSpPr>
        <p:spPr>
          <a:xfrm>
            <a:off x="1241124" y="1693582"/>
            <a:ext cx="970975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데이터 통합 및 검수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수집한 데이터 네트워크 로그 맞는지 군 간부님과 더블체크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SPL </a:t>
            </a:r>
            <a:r>
              <a:rPr lang="ko-KR" altLang="en-US" dirty="0"/>
              <a:t>공부</a:t>
            </a:r>
            <a:r>
              <a:rPr lang="en-US" altLang="ko-KR" dirty="0"/>
              <a:t>+</a:t>
            </a:r>
            <a:r>
              <a:rPr lang="ko-KR" altLang="en-US" dirty="0"/>
              <a:t>군 간부님 도움</a:t>
            </a:r>
            <a:r>
              <a:rPr lang="en-US" altLang="ko-KR" dirty="0"/>
              <a:t>(</a:t>
            </a:r>
            <a:r>
              <a:rPr lang="ko-KR" altLang="en-US" dirty="0"/>
              <a:t>가능하다면</a:t>
            </a:r>
            <a:r>
              <a:rPr lang="en-US" altLang="ko-KR" dirty="0"/>
              <a:t>)-&gt;GT </a:t>
            </a:r>
            <a:r>
              <a:rPr lang="ko-KR" altLang="en-US" dirty="0"/>
              <a:t>데이터셋 먼저 확보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GT </a:t>
            </a:r>
            <a:r>
              <a:rPr lang="ko-KR" altLang="en-US" dirty="0"/>
              <a:t>데이터셋으로 </a:t>
            </a:r>
            <a:r>
              <a:rPr lang="en-US" altLang="ko-KR" dirty="0"/>
              <a:t>LLM </a:t>
            </a:r>
            <a:r>
              <a:rPr lang="ko-KR" altLang="en-US" dirty="0"/>
              <a:t>모델 학습 전 성능 체크</a:t>
            </a:r>
            <a:r>
              <a:rPr lang="en-US" altLang="ko-KR" dirty="0"/>
              <a:t>(baseline)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8</a:t>
            </a:r>
            <a:r>
              <a:rPr lang="ko-KR" altLang="en-US" dirty="0"/>
              <a:t>개 모델 중 </a:t>
            </a:r>
            <a:r>
              <a:rPr lang="en-US" altLang="ko-KR" dirty="0"/>
              <a:t>Top n</a:t>
            </a:r>
            <a:r>
              <a:rPr lang="ko-KR" altLang="en-US" dirty="0"/>
              <a:t>개만 선별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GT </a:t>
            </a:r>
            <a:r>
              <a:rPr lang="ko-KR" altLang="en-US" dirty="0" err="1"/>
              <a:t>데이터셋를</a:t>
            </a:r>
            <a:r>
              <a:rPr lang="ko-KR" altLang="en-US" dirty="0"/>
              <a:t> 토대로 학습 데이터 증강 </a:t>
            </a:r>
            <a:r>
              <a:rPr lang="en-US" altLang="ko-KR" dirty="0"/>
              <a:t>/ </a:t>
            </a:r>
            <a:r>
              <a:rPr lang="ko-KR" altLang="en-US" dirty="0"/>
              <a:t>양 불리기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학습 데이터를 </a:t>
            </a:r>
            <a:r>
              <a:rPr lang="en-US" altLang="ko-KR" dirty="0"/>
              <a:t>Top n</a:t>
            </a:r>
            <a:r>
              <a:rPr lang="ko-KR" altLang="en-US" dirty="0"/>
              <a:t>개 모델 학습</a:t>
            </a:r>
            <a:r>
              <a:rPr lang="en-US" altLang="ko-KR" dirty="0"/>
              <a:t>(</a:t>
            </a:r>
            <a:r>
              <a:rPr lang="en-US" altLang="ko-KR" dirty="0" err="1"/>
              <a:t>LoRA</a:t>
            </a:r>
            <a:r>
              <a:rPr lang="en-US" altLang="ko-KR" dirty="0"/>
              <a:t>/</a:t>
            </a:r>
            <a:r>
              <a:rPr lang="en-US" altLang="ko-KR" dirty="0" err="1"/>
              <a:t>QLoRA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GT </a:t>
            </a:r>
            <a:r>
              <a:rPr lang="ko-KR" altLang="en-US" dirty="0"/>
              <a:t>데이터셋으로 최종 성능 비교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만약 성능이 안 나온다 그때 생각해보기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F50884A-7890-9AA8-2D8C-77E50FCA9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46" y="3576836"/>
            <a:ext cx="10535191" cy="15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72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인공 지능 윤곽선">
            <a:extLst>
              <a:ext uri="{FF2B5EF4-FFF2-40B4-BE49-F238E27FC236}">
                <a16:creationId xmlns:a16="http://schemas.microsoft.com/office/drawing/2014/main" id="{BCA84296-E7FD-E2D8-C6A8-2013C8977111}"/>
              </a:ext>
            </a:extLst>
          </p:cNvPr>
          <p:cNvPicPr>
            <a:picLocks noChangeAspect="1"/>
          </p:cNvPicPr>
          <p:nvPr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591" y="463859"/>
            <a:ext cx="5930282" cy="59302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40AC267-CE06-0051-26EE-99C3B0099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693"/>
            <a:ext cx="9144000" cy="1501554"/>
          </a:xfrm>
        </p:spPr>
        <p:txBody>
          <a:bodyPr/>
          <a:lstStyle/>
          <a:p>
            <a:r>
              <a:rPr lang="ko-KR" altLang="en-US" sz="3200" b="1" dirty="0">
                <a:ea typeface="+mj-lt"/>
                <a:cs typeface="+mj-lt"/>
              </a:rPr>
              <a:t>감사합니다</a:t>
            </a:r>
            <a:endParaRPr lang="en-US" altLang="ko-KR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A14F1E-1383-BB48-CB58-43B5272C5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3371" y="5196920"/>
            <a:ext cx="1834118" cy="592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800" dirty="0" err="1">
                <a:latin typeface="Arial Nova"/>
                <a:ea typeface="맑은 고딕"/>
                <a:cs typeface="Calibri"/>
              </a:rPr>
              <a:t>Vision</a:t>
            </a:r>
            <a:r>
              <a:rPr lang="ko-KR" altLang="en-US" sz="2800" dirty="0">
                <a:latin typeface="Arial Nova"/>
                <a:ea typeface="맑은 고딕"/>
                <a:cs typeface="Calibri"/>
              </a:rPr>
              <a:t> AI</a:t>
            </a:r>
          </a:p>
        </p:txBody>
      </p:sp>
      <p:pic>
        <p:nvPicPr>
          <p:cNvPr id="4" name="Picture 3" descr="경기대학교 로고">
            <a:extLst>
              <a:ext uri="{FF2B5EF4-FFF2-40B4-BE49-F238E27FC236}">
                <a16:creationId xmlns:a16="http://schemas.microsoft.com/office/drawing/2014/main" id="{B3E4EAEA-3256-B202-9D0B-813308124C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" r="53816" b="961"/>
          <a:stretch/>
        </p:blipFill>
        <p:spPr>
          <a:xfrm>
            <a:off x="0" y="6380038"/>
            <a:ext cx="546719" cy="477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EC99CB-F954-A7E7-3655-A08501766A4A}"/>
              </a:ext>
            </a:extLst>
          </p:cNvPr>
          <p:cNvSpPr txBox="1"/>
          <p:nvPr/>
        </p:nvSpPr>
        <p:spPr>
          <a:xfrm>
            <a:off x="5413744" y="5821324"/>
            <a:ext cx="14619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 dirty="0">
                <a:ea typeface="맑은 고딕"/>
              </a:rPr>
              <a:t>발표자</a:t>
            </a:r>
            <a:r>
              <a:rPr lang="en-US" sz="1600" b="1" dirty="0">
                <a:ea typeface="맑은 고딕"/>
              </a:rPr>
              <a:t>:</a:t>
            </a:r>
            <a:r>
              <a:rPr lang="ko-KR" altLang="en-US" sz="1600" b="1" dirty="0">
                <a:ea typeface="맑은 고딕"/>
              </a:rPr>
              <a:t>아무개</a:t>
            </a:r>
            <a:endParaRPr lang="en-US" sz="1600" b="1" dirty="0"/>
          </a:p>
        </p:txBody>
      </p:sp>
      <p:sp>
        <p:nvSpPr>
          <p:cNvPr id="7" name="Right Triangle 7">
            <a:extLst>
              <a:ext uri="{FF2B5EF4-FFF2-40B4-BE49-F238E27FC236}">
                <a16:creationId xmlns:a16="http://schemas.microsoft.com/office/drawing/2014/main" id="{76F0A290-FC0C-F957-8510-4EE4D121D3D6}"/>
              </a:ext>
            </a:extLst>
          </p:cNvPr>
          <p:cNvSpPr/>
          <p:nvPr/>
        </p:nvSpPr>
        <p:spPr>
          <a:xfrm rot="5400000">
            <a:off x="785090" y="-785091"/>
            <a:ext cx="1902691" cy="3472873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7">
            <a:extLst>
              <a:ext uri="{FF2B5EF4-FFF2-40B4-BE49-F238E27FC236}">
                <a16:creationId xmlns:a16="http://schemas.microsoft.com/office/drawing/2014/main" id="{A426F092-355A-03DA-81D6-F41A7DE4305B}"/>
              </a:ext>
            </a:extLst>
          </p:cNvPr>
          <p:cNvSpPr/>
          <p:nvPr/>
        </p:nvSpPr>
        <p:spPr>
          <a:xfrm rot="16200000">
            <a:off x="10667305" y="5332491"/>
            <a:ext cx="1035864" cy="2013527"/>
          </a:xfrm>
          <a:prstGeom prst="rtTriangl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  <a:outerShdw sx="1000" sy="1000" algn="ctr" rotWithShape="0">
              <a:srgbClr val="000000"/>
            </a:outerShdw>
            <a:reflection endPos="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5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582</Words>
  <Application>Microsoft Office PowerPoint</Application>
  <PresentationFormat>와이드스크린</PresentationFormat>
  <Paragraphs>137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Optimistic Display</vt:lpstr>
      <vt:lpstr>맑은 고딕</vt:lpstr>
      <vt:lpstr>시스템 서체 일반체</vt:lpstr>
      <vt:lpstr>Arial</vt:lpstr>
      <vt:lpstr>Arial Nova</vt:lpstr>
      <vt:lpstr>Office 테마</vt:lpstr>
      <vt:lpstr>물리적 망분리 환경의 사이버보안 감시 운영  효율화를 위한 sLLM 기반 쿼리 추천 시스템</vt:lpstr>
      <vt:lpstr>Introduction</vt:lpstr>
      <vt:lpstr>각 현황</vt:lpstr>
      <vt:lpstr>각 현황</vt:lpstr>
      <vt:lpstr>각 현황</vt:lpstr>
      <vt:lpstr>각 현황</vt:lpstr>
      <vt:lpstr>각 현황</vt:lpstr>
      <vt:lpstr>각 현황</vt:lpstr>
      <vt:lpstr>각 현황</vt:lpstr>
      <vt:lpstr>각 현황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AI</dc:title>
  <dc:creator>이세훈</dc:creator>
  <cp:lastModifiedBy>이세훈</cp:lastModifiedBy>
  <cp:revision>21</cp:revision>
  <dcterms:created xsi:type="dcterms:W3CDTF">2023-12-26T04:20:47Z</dcterms:created>
  <dcterms:modified xsi:type="dcterms:W3CDTF">2026-05-14T07:36:57Z</dcterms:modified>
</cp:coreProperties>
</file>