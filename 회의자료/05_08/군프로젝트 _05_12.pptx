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7" r:id="rId4"/>
    <p:sldId id="266" r:id="rId5"/>
    <p:sldId id="268" r:id="rId6"/>
    <p:sldId id="260" r:id="rId7"/>
    <p:sldId id="269" r:id="rId8"/>
    <p:sldId id="270" r:id="rId9"/>
    <p:sldId id="271" r:id="rId10"/>
    <p:sldId id="272" r:id="rId11"/>
    <p:sldId id="273" r:id="rId12"/>
    <p:sldId id="278" r:id="rId13"/>
    <p:sldId id="274" r:id="rId14"/>
    <p:sldId id="275" r:id="rId15"/>
    <p:sldId id="276" r:id="rId16"/>
    <p:sldId id="277" r:id="rId17"/>
    <p:sldId id="26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82EDD-2A5D-DEAF-8EBF-69AA8AE399B2}" v="138" dt="2023-12-27T01:52:47.943"/>
    <p1510:client id="{C7D23D22-1AD8-4CC9-8959-CE0A5E8A5134}" v="720" dt="2023-12-27T02:18:23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세훈" userId="38656351-cf5c-47e6-8007-bd90b18525ba" providerId="ADAL" clId="{C7D23D22-1AD8-4CC9-8959-CE0A5E8A5134}"/>
    <pc:docChg chg="undo custSel addSld delSld modSld">
      <pc:chgData name="이세훈" userId="38656351-cf5c-47e6-8007-bd90b18525ba" providerId="ADAL" clId="{C7D23D22-1AD8-4CC9-8959-CE0A5E8A5134}" dt="2023-12-27T02:18:51.890" v="1058" actId="20577"/>
      <pc:docMkLst>
        <pc:docMk/>
      </pc:docMkLst>
      <pc:sldChg chg="addSp delSp modSp new mod">
        <pc:chgData name="이세훈" userId="38656351-cf5c-47e6-8007-bd90b18525ba" providerId="ADAL" clId="{C7D23D22-1AD8-4CC9-8959-CE0A5E8A5134}" dt="2023-12-27T02:10:36.292" v="761" actId="14100"/>
        <pc:sldMkLst>
          <pc:docMk/>
          <pc:sldMk cId="3877876133" sldId="256"/>
        </pc:sldMkLst>
        <pc:spChg chg="mod">
          <ac:chgData name="이세훈" userId="38656351-cf5c-47e6-8007-bd90b18525ba" providerId="ADAL" clId="{C7D23D22-1AD8-4CC9-8959-CE0A5E8A5134}" dt="2023-12-27T02:07:30.591" v="727" actId="113"/>
          <ac:spMkLst>
            <pc:docMk/>
            <pc:sldMk cId="3877876133" sldId="256"/>
            <ac:spMk id="2" creationId="{B40AC267-CE06-0051-26EE-99C3B0099DB9}"/>
          </ac:spMkLst>
        </pc:spChg>
        <pc:spChg chg="mod">
          <ac:chgData name="이세훈" userId="38656351-cf5c-47e6-8007-bd90b18525ba" providerId="ADAL" clId="{C7D23D22-1AD8-4CC9-8959-CE0A5E8A5134}" dt="2023-12-27T02:07:40.813" v="728" actId="255"/>
          <ac:spMkLst>
            <pc:docMk/>
            <pc:sldMk cId="3877876133" sldId="256"/>
            <ac:spMk id="3" creationId="{1BA14F1E-1383-BB48-CB58-43B5272C5463}"/>
          </ac:spMkLst>
        </pc:spChg>
        <pc:spChg chg="del">
          <ac:chgData name="이세훈" userId="38656351-cf5c-47e6-8007-bd90b18525ba" providerId="ADAL" clId="{C7D23D22-1AD8-4CC9-8959-CE0A5E8A5134}" dt="2023-12-27T01:56:32.197" v="55" actId="478"/>
          <ac:spMkLst>
            <pc:docMk/>
            <pc:sldMk cId="3877876133" sldId="256"/>
            <ac:spMk id="5" creationId="{BF5010CE-1B2B-55B6-4F05-3A1B3CFC7414}"/>
          </ac:spMkLst>
        </pc:spChg>
        <pc:spChg chg="add del mod">
          <ac:chgData name="이세훈" userId="38656351-cf5c-47e6-8007-bd90b18525ba" providerId="ADAL" clId="{C7D23D22-1AD8-4CC9-8959-CE0A5E8A5134}" dt="2023-12-27T02:01:08.109" v="705" actId="478"/>
          <ac:spMkLst>
            <pc:docMk/>
            <pc:sldMk cId="3877876133" sldId="256"/>
            <ac:spMk id="6" creationId="{879A3148-868B-6ECC-570E-1D00A06CA880}"/>
          </ac:spMkLst>
        </pc:spChg>
        <pc:spChg chg="add mod">
          <ac:chgData name="이세훈" userId="38656351-cf5c-47e6-8007-bd90b18525ba" providerId="ADAL" clId="{C7D23D22-1AD8-4CC9-8959-CE0A5E8A5134}" dt="2023-12-27T02:10:14.394" v="752" actId="14100"/>
          <ac:spMkLst>
            <pc:docMk/>
            <pc:sldMk cId="3877876133" sldId="256"/>
            <ac:spMk id="7" creationId="{76F0A290-FC0C-F957-8510-4EE4D121D3D6}"/>
          </ac:spMkLst>
        </pc:spChg>
        <pc:spChg chg="del mod">
          <ac:chgData name="이세훈" userId="38656351-cf5c-47e6-8007-bd90b18525ba" providerId="ADAL" clId="{C7D23D22-1AD8-4CC9-8959-CE0A5E8A5134}" dt="2023-12-27T01:58:19.373" v="142" actId="478"/>
          <ac:spMkLst>
            <pc:docMk/>
            <pc:sldMk cId="3877876133" sldId="256"/>
            <ac:spMk id="8" creationId="{33720AB0-3224-F384-C116-D221663E138F}"/>
          </ac:spMkLst>
        </pc:spChg>
        <pc:spChg chg="mod">
          <ac:chgData name="이세훈" userId="38656351-cf5c-47e6-8007-bd90b18525ba" providerId="ADAL" clId="{C7D23D22-1AD8-4CC9-8959-CE0A5E8A5134}" dt="2023-12-27T02:07:45.847" v="729" actId="113"/>
          <ac:spMkLst>
            <pc:docMk/>
            <pc:sldMk cId="3877876133" sldId="256"/>
            <ac:spMk id="10" creationId="{1FEC99CB-F954-A7E7-3655-A08501766A4A}"/>
          </ac:spMkLst>
        </pc:spChg>
        <pc:spChg chg="add mod">
          <ac:chgData name="이세훈" userId="38656351-cf5c-47e6-8007-bd90b18525ba" providerId="ADAL" clId="{C7D23D22-1AD8-4CC9-8959-CE0A5E8A5134}" dt="2023-12-27T02:10:36.292" v="761" actId="14100"/>
          <ac:spMkLst>
            <pc:docMk/>
            <pc:sldMk cId="3877876133" sldId="256"/>
            <ac:spMk id="11" creationId="{A426F092-355A-03DA-81D6-F41A7DE4305B}"/>
          </ac:spMkLst>
        </pc:spChg>
        <pc:picChg chg="mod ord">
          <ac:chgData name="이세훈" userId="38656351-cf5c-47e6-8007-bd90b18525ba" providerId="ADAL" clId="{C7D23D22-1AD8-4CC9-8959-CE0A5E8A5134}" dt="2023-12-27T01:55:19.175" v="45" actId="29295"/>
          <ac:picMkLst>
            <pc:docMk/>
            <pc:sldMk cId="3877876133" sldId="256"/>
            <ac:picMk id="9" creationId="{BCA84296-E7FD-E2D8-C6A8-2013C8977111}"/>
          </ac:picMkLst>
        </pc:picChg>
      </pc:sldChg>
      <pc:sldChg chg="addSp delSp modSp new del mod">
        <pc:chgData name="이세훈" userId="38656351-cf5c-47e6-8007-bd90b18525ba" providerId="ADAL" clId="{C7D23D22-1AD8-4CC9-8959-CE0A5E8A5134}" dt="2023-12-27T02:15:46.866" v="906" actId="47"/>
        <pc:sldMkLst>
          <pc:docMk/>
          <pc:sldMk cId="909897023" sldId="257"/>
        </pc:sldMkLst>
        <pc:spChg chg="mod">
          <ac:chgData name="이세훈" userId="38656351-cf5c-47e6-8007-bd90b18525ba" providerId="ADAL" clId="{C7D23D22-1AD8-4CC9-8959-CE0A5E8A5134}" dt="2023-12-27T02:12:39.033" v="861" actId="1076"/>
          <ac:spMkLst>
            <pc:docMk/>
            <pc:sldMk cId="909897023" sldId="257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2:05.416" v="821" actId="14100"/>
          <ac:spMkLst>
            <pc:docMk/>
            <pc:sldMk cId="909897023" sldId="257"/>
            <ac:spMk id="3" creationId="{9E8F1FAC-21B1-51F5-643E-2BA461588F77}"/>
          </ac:spMkLst>
        </pc:spChg>
        <pc:spChg chg="add del mod ord">
          <ac:chgData name="이세훈" userId="38656351-cf5c-47e6-8007-bd90b18525ba" providerId="ADAL" clId="{C7D23D22-1AD8-4CC9-8959-CE0A5E8A5134}" dt="2023-12-27T02:11:24.071" v="780" actId="478"/>
          <ac:spMkLst>
            <pc:docMk/>
            <pc:sldMk cId="909897023" sldId="257"/>
            <ac:spMk id="4" creationId="{41B44321-4D6C-E101-1F31-750C30F3D212}"/>
          </ac:spMkLst>
        </pc:spChg>
        <pc:spChg chg="del mod">
          <ac:chgData name="이세훈" userId="38656351-cf5c-47e6-8007-bd90b18525ba" providerId="ADAL" clId="{C7D23D22-1AD8-4CC9-8959-CE0A5E8A5134}" dt="2023-12-27T02:09:15.278" v="742" actId="478"/>
          <ac:spMkLst>
            <pc:docMk/>
            <pc:sldMk cId="909897023" sldId="257"/>
            <ac:spMk id="5" creationId="{5FCB229B-0655-72E6-D755-8DB25627E6DF}"/>
          </ac:spMkLst>
        </pc:spChg>
        <pc:spChg chg="add del mod">
          <ac:chgData name="이세훈" userId="38656351-cf5c-47e6-8007-bd90b18525ba" providerId="ADAL" clId="{C7D23D22-1AD8-4CC9-8959-CE0A5E8A5134}" dt="2023-12-27T02:10:41.279" v="762" actId="478"/>
          <ac:spMkLst>
            <pc:docMk/>
            <pc:sldMk cId="909897023" sldId="257"/>
            <ac:spMk id="6" creationId="{0952EA40-3C25-5644-01DB-3A5B687C78BD}"/>
          </ac:spMkLst>
        </pc:spChg>
        <pc:spChg chg="del">
          <ac:chgData name="이세훈" userId="38656351-cf5c-47e6-8007-bd90b18525ba" providerId="ADAL" clId="{C7D23D22-1AD8-4CC9-8959-CE0A5E8A5134}" dt="2023-12-27T02:10:43.912" v="764" actId="478"/>
          <ac:spMkLst>
            <pc:docMk/>
            <pc:sldMk cId="909897023" sldId="257"/>
            <ac:spMk id="7" creationId="{D2A2B75C-43CB-445C-1787-40672904D69E}"/>
          </ac:spMkLst>
        </pc:spChg>
        <pc:spChg chg="add del mod">
          <ac:chgData name="이세훈" userId="38656351-cf5c-47e6-8007-bd90b18525ba" providerId="ADAL" clId="{C7D23D22-1AD8-4CC9-8959-CE0A5E8A5134}" dt="2023-12-27T02:10:07.330" v="750"/>
          <ac:spMkLst>
            <pc:docMk/>
            <pc:sldMk cId="909897023" sldId="257"/>
            <ac:spMk id="8" creationId="{8E1168B9-4414-0123-6ECB-74A93778A39F}"/>
          </ac:spMkLst>
        </pc:spChg>
        <pc:spChg chg="add mod ord">
          <ac:chgData name="이세훈" userId="38656351-cf5c-47e6-8007-bd90b18525ba" providerId="ADAL" clId="{C7D23D22-1AD8-4CC9-8959-CE0A5E8A5134}" dt="2023-12-27T02:11:26.583" v="781" actId="1076"/>
          <ac:spMkLst>
            <pc:docMk/>
            <pc:sldMk cId="909897023" sldId="257"/>
            <ac:spMk id="10" creationId="{5575741D-C82F-9BCF-5821-BCAE2B0E1308}"/>
          </ac:spMkLst>
        </pc:spChg>
        <pc:spChg chg="add mod">
          <ac:chgData name="이세훈" userId="38656351-cf5c-47e6-8007-bd90b18525ba" providerId="ADAL" clId="{C7D23D22-1AD8-4CC9-8959-CE0A5E8A5134}" dt="2023-12-27T02:10:41.589" v="763"/>
          <ac:spMkLst>
            <pc:docMk/>
            <pc:sldMk cId="909897023" sldId="257"/>
            <ac:spMk id="12" creationId="{F4BA6BAD-B349-0E35-16E7-64E3614A7F1C}"/>
          </ac:spMkLst>
        </pc:spChg>
      </pc:sldChg>
      <pc:sldChg chg="modSp new mod">
        <pc:chgData name="이세훈" userId="38656351-cf5c-47e6-8007-bd90b18525ba" providerId="ADAL" clId="{C7D23D22-1AD8-4CC9-8959-CE0A5E8A5134}" dt="2023-12-26T04:25:10.505" v="26" actId="20577"/>
        <pc:sldMkLst>
          <pc:docMk/>
          <pc:sldMk cId="1659252234" sldId="258"/>
        </pc:sldMkLst>
        <pc:spChg chg="mod">
          <ac:chgData name="이세훈" userId="38656351-cf5c-47e6-8007-bd90b18525ba" providerId="ADAL" clId="{C7D23D22-1AD8-4CC9-8959-CE0A5E8A5134}" dt="2023-12-26T04:25:10.505" v="26" actId="20577"/>
          <ac:spMkLst>
            <pc:docMk/>
            <pc:sldMk cId="1659252234" sldId="258"/>
            <ac:spMk id="2" creationId="{6998D5BC-9C7F-607E-C88C-0F5CFD3E33D8}"/>
          </ac:spMkLst>
        </pc:spChg>
      </pc:sldChg>
      <pc:sldChg chg="addSp delSp modSp del mod">
        <pc:chgData name="이세훈" userId="38656351-cf5c-47e6-8007-bd90b18525ba" providerId="ADAL" clId="{C7D23D22-1AD8-4CC9-8959-CE0A5E8A5134}" dt="2023-12-27T02:10:54.919" v="768" actId="47"/>
        <pc:sldMkLst>
          <pc:docMk/>
          <pc:sldMk cId="2805764780" sldId="258"/>
        </pc:sldMkLst>
        <pc:spChg chg="add mod">
          <ac:chgData name="이세훈" userId="38656351-cf5c-47e6-8007-bd90b18525ba" providerId="ADAL" clId="{C7D23D22-1AD8-4CC9-8959-CE0A5E8A5134}" dt="2023-12-27T02:01:19.314" v="710"/>
          <ac:spMkLst>
            <pc:docMk/>
            <pc:sldMk cId="2805764780" sldId="258"/>
            <ac:spMk id="4" creationId="{819CC84A-2268-AF31-E888-DB45B79CF6CF}"/>
          </ac:spMkLst>
        </pc:spChg>
        <pc:spChg chg="add del mod">
          <ac:chgData name="이세훈" userId="38656351-cf5c-47e6-8007-bd90b18525ba" providerId="ADAL" clId="{C7D23D22-1AD8-4CC9-8959-CE0A5E8A5134}" dt="2023-12-27T02:10:46.719" v="765" actId="478"/>
          <ac:spMkLst>
            <pc:docMk/>
            <pc:sldMk cId="2805764780" sldId="258"/>
            <ac:spMk id="6" creationId="{16C2DFF2-9681-9872-20F4-6C0A1F0C8A10}"/>
          </ac:spMkLst>
        </pc:spChg>
        <pc:spChg chg="del">
          <ac:chgData name="이세훈" userId="38656351-cf5c-47e6-8007-bd90b18525ba" providerId="ADAL" clId="{C7D23D22-1AD8-4CC9-8959-CE0A5E8A5134}" dt="2023-12-27T02:10:48.199" v="766" actId="478"/>
          <ac:spMkLst>
            <pc:docMk/>
            <pc:sldMk cId="2805764780" sldId="258"/>
            <ac:spMk id="7" creationId="{A3FEBDC9-A29E-DEC0-9EFF-C204AC8A1E7F}"/>
          </ac:spMkLst>
        </pc:spChg>
        <pc:spChg chg="add mod">
          <ac:chgData name="이세훈" userId="38656351-cf5c-47e6-8007-bd90b18525ba" providerId="ADAL" clId="{C7D23D22-1AD8-4CC9-8959-CE0A5E8A5134}" dt="2023-12-27T02:10:17.980" v="754"/>
          <ac:spMkLst>
            <pc:docMk/>
            <pc:sldMk cId="2805764780" sldId="258"/>
            <ac:spMk id="8" creationId="{8D1A27AA-4FC7-D912-32DA-B03B9751619C}"/>
          </ac:spMkLst>
        </pc:spChg>
        <pc:spChg chg="add mod">
          <ac:chgData name="이세훈" userId="38656351-cf5c-47e6-8007-bd90b18525ba" providerId="ADAL" clId="{C7D23D22-1AD8-4CC9-8959-CE0A5E8A5134}" dt="2023-12-27T02:10:49.418" v="767"/>
          <ac:spMkLst>
            <pc:docMk/>
            <pc:sldMk cId="2805764780" sldId="258"/>
            <ac:spMk id="10" creationId="{9C4C3E9B-7342-05BE-111E-A1882D9880AC}"/>
          </ac:spMkLst>
        </pc:spChg>
      </pc:sldChg>
      <pc:sldChg chg="add del">
        <pc:chgData name="이세훈" userId="38656351-cf5c-47e6-8007-bd90b18525ba" providerId="ADAL" clId="{C7D23D22-1AD8-4CC9-8959-CE0A5E8A5134}" dt="2023-12-27T02:12:11.655" v="822" actId="47"/>
        <pc:sldMkLst>
          <pc:docMk/>
          <pc:sldMk cId="3853071402" sldId="258"/>
        </pc:sldMkLst>
      </pc:sldChg>
      <pc:sldChg chg="addSp delSp modSp add del mod">
        <pc:chgData name="이세훈" userId="38656351-cf5c-47e6-8007-bd90b18525ba" providerId="ADAL" clId="{C7D23D22-1AD8-4CC9-8959-CE0A5E8A5134}" dt="2023-12-27T02:15:45.733" v="905" actId="47"/>
        <pc:sldMkLst>
          <pc:docMk/>
          <pc:sldMk cId="4045462963" sldId="258"/>
        </pc:sldMkLst>
        <pc:spChg chg="add del mod">
          <ac:chgData name="이세훈" userId="38656351-cf5c-47e6-8007-bd90b18525ba" providerId="ADAL" clId="{C7D23D22-1AD8-4CC9-8959-CE0A5E8A5134}" dt="2023-12-27T02:15:40.222" v="904" actId="478"/>
          <ac:spMkLst>
            <pc:docMk/>
            <pc:sldMk cId="4045462963" sldId="258"/>
            <ac:spMk id="2" creationId="{7CBE828D-537B-BDCB-0044-6E1E125C2C01}"/>
          </ac:spMkLst>
        </pc:spChg>
        <pc:spChg chg="add del mod">
          <ac:chgData name="이세훈" userId="38656351-cf5c-47e6-8007-bd90b18525ba" providerId="ADAL" clId="{C7D23D22-1AD8-4CC9-8959-CE0A5E8A5134}" dt="2023-12-27T02:15:30.554" v="900"/>
          <ac:spMkLst>
            <pc:docMk/>
            <pc:sldMk cId="4045462963" sldId="258"/>
            <ac:spMk id="4" creationId="{CF7DCD1A-E432-83F5-7841-83710D060D54}"/>
          </ac:spMkLst>
        </pc:spChg>
        <pc:spChg chg="add del mod">
          <ac:chgData name="이세훈" userId="38656351-cf5c-47e6-8007-bd90b18525ba" providerId="ADAL" clId="{C7D23D22-1AD8-4CC9-8959-CE0A5E8A5134}" dt="2023-12-27T02:15:40.222" v="904" actId="478"/>
          <ac:spMkLst>
            <pc:docMk/>
            <pc:sldMk cId="4045462963" sldId="258"/>
            <ac:spMk id="6" creationId="{A9F0AEBE-75FE-1301-25DB-4E7688F86A63}"/>
          </ac:spMkLst>
        </pc:spChg>
      </pc:sldChg>
      <pc:sldChg chg="addSp modSp del">
        <pc:chgData name="이세훈" userId="38656351-cf5c-47e6-8007-bd90b18525ba" providerId="ADAL" clId="{C7D23D22-1AD8-4CC9-8959-CE0A5E8A5134}" dt="2023-12-27T02:10:55.522" v="769" actId="47"/>
        <pc:sldMkLst>
          <pc:docMk/>
          <pc:sldMk cId="1757866756" sldId="259"/>
        </pc:sldMkLst>
        <pc:spChg chg="add mod">
          <ac:chgData name="이세훈" userId="38656351-cf5c-47e6-8007-bd90b18525ba" providerId="ADAL" clId="{C7D23D22-1AD8-4CC9-8959-CE0A5E8A5134}" dt="2023-12-27T02:01:19.946" v="711"/>
          <ac:spMkLst>
            <pc:docMk/>
            <pc:sldMk cId="1757866756" sldId="259"/>
            <ac:spMk id="4" creationId="{7F3DD8C1-A581-17CE-2DB2-EA1A76E08EE2}"/>
          </ac:spMkLst>
        </pc:spChg>
        <pc:spChg chg="add mod">
          <ac:chgData name="이세훈" userId="38656351-cf5c-47e6-8007-bd90b18525ba" providerId="ADAL" clId="{C7D23D22-1AD8-4CC9-8959-CE0A5E8A5134}" dt="2023-12-27T02:01:29.791" v="716"/>
          <ac:spMkLst>
            <pc:docMk/>
            <pc:sldMk cId="1757866756" sldId="259"/>
            <ac:spMk id="6" creationId="{37A0CC36-2C52-560A-7FC1-9D68C7AF57A4}"/>
          </ac:spMkLst>
        </pc:spChg>
        <pc:spChg chg="add mod">
          <ac:chgData name="이세훈" userId="38656351-cf5c-47e6-8007-bd90b18525ba" providerId="ADAL" clId="{C7D23D22-1AD8-4CC9-8959-CE0A5E8A5134}" dt="2023-12-27T02:10:18.900" v="755"/>
          <ac:spMkLst>
            <pc:docMk/>
            <pc:sldMk cId="1757866756" sldId="259"/>
            <ac:spMk id="8" creationId="{3DD94DB6-40E9-8C57-F5B0-DED23185CF13}"/>
          </ac:spMkLst>
        </pc:spChg>
      </pc:sldChg>
      <pc:sldChg chg="modSp add mod">
        <pc:chgData name="이세훈" userId="38656351-cf5c-47e6-8007-bd90b18525ba" providerId="ADAL" clId="{C7D23D22-1AD8-4CC9-8959-CE0A5E8A5134}" dt="2023-12-27T02:18:34.789" v="1053" actId="20577"/>
        <pc:sldMkLst>
          <pc:docMk/>
          <pc:sldMk cId="2704296159" sldId="259"/>
        </pc:sldMkLst>
        <pc:spChg chg="mod">
          <ac:chgData name="이세훈" userId="38656351-cf5c-47e6-8007-bd90b18525ba" providerId="ADAL" clId="{C7D23D22-1AD8-4CC9-8959-CE0A5E8A5134}" dt="2023-12-27T02:16:23.203" v="938" actId="20577"/>
          <ac:spMkLst>
            <pc:docMk/>
            <pc:sldMk cId="2704296159" sldId="259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34.789" v="1053" actId="20577"/>
          <ac:spMkLst>
            <pc:docMk/>
            <pc:sldMk cId="2704296159" sldId="259"/>
            <ac:spMk id="3" creationId="{9E8F1FAC-21B1-51F5-643E-2BA461588F77}"/>
          </ac:spMkLst>
        </pc:spChg>
      </pc:sldChg>
      <pc:sldChg chg="modSp new mod">
        <pc:chgData name="이세훈" userId="38656351-cf5c-47e6-8007-bd90b18525ba" providerId="ADAL" clId="{C7D23D22-1AD8-4CC9-8959-CE0A5E8A5134}" dt="2023-12-26T04:25:35.300" v="32"/>
        <pc:sldMkLst>
          <pc:docMk/>
          <pc:sldMk cId="3163171558" sldId="259"/>
        </pc:sldMkLst>
        <pc:spChg chg="mod">
          <ac:chgData name="이세훈" userId="38656351-cf5c-47e6-8007-bd90b18525ba" providerId="ADAL" clId="{C7D23D22-1AD8-4CC9-8959-CE0A5E8A5134}" dt="2023-12-26T04:25:35.300" v="32"/>
          <ac:spMkLst>
            <pc:docMk/>
            <pc:sldMk cId="3163171558" sldId="259"/>
            <ac:spMk id="2" creationId="{2E98C1EC-A43C-05D5-4E32-F516EB3C5C22}"/>
          </ac:spMkLst>
        </pc:spChg>
      </pc:sldChg>
      <pc:sldChg chg="add del">
        <pc:chgData name="이세훈" userId="38656351-cf5c-47e6-8007-bd90b18525ba" providerId="ADAL" clId="{C7D23D22-1AD8-4CC9-8959-CE0A5E8A5134}" dt="2023-12-27T02:12:12.016" v="823" actId="47"/>
        <pc:sldMkLst>
          <pc:docMk/>
          <pc:sldMk cId="3423821228" sldId="259"/>
        </pc:sldMkLst>
      </pc:sldChg>
      <pc:sldChg chg="modSp add del mod">
        <pc:chgData name="이세훈" userId="38656351-cf5c-47e6-8007-bd90b18525ba" providerId="ADAL" clId="{C7D23D22-1AD8-4CC9-8959-CE0A5E8A5134}" dt="2023-12-27T02:12:50.565" v="864" actId="47"/>
        <pc:sldMkLst>
          <pc:docMk/>
          <pc:sldMk cId="3674884304" sldId="259"/>
        </pc:sldMkLst>
        <pc:spChg chg="mod">
          <ac:chgData name="이세훈" userId="38656351-cf5c-47e6-8007-bd90b18525ba" providerId="ADAL" clId="{C7D23D22-1AD8-4CC9-8959-CE0A5E8A5134}" dt="2023-12-27T02:12:45.693" v="863" actId="20577"/>
          <ac:spMkLst>
            <pc:docMk/>
            <pc:sldMk cId="3674884304" sldId="259"/>
            <ac:spMk id="2" creationId="{7CBE828D-537B-BDCB-0044-6E1E125C2C01}"/>
          </ac:spMkLst>
        </pc:spChg>
      </pc:sldChg>
      <pc:sldChg chg="add del">
        <pc:chgData name="이세훈" userId="38656351-cf5c-47e6-8007-bd90b18525ba" providerId="ADAL" clId="{C7D23D22-1AD8-4CC9-8959-CE0A5E8A5134}" dt="2023-12-27T02:12:12.277" v="824" actId="47"/>
        <pc:sldMkLst>
          <pc:docMk/>
          <pc:sldMk cId="129046201" sldId="260"/>
        </pc:sldMkLst>
      </pc:sldChg>
      <pc:sldChg chg="add del">
        <pc:chgData name="이세훈" userId="38656351-cf5c-47e6-8007-bd90b18525ba" providerId="ADAL" clId="{C7D23D22-1AD8-4CC9-8959-CE0A5E8A5134}" dt="2023-12-27T02:12:51.011" v="865" actId="47"/>
        <pc:sldMkLst>
          <pc:docMk/>
          <pc:sldMk cId="1491981651" sldId="260"/>
        </pc:sldMkLst>
      </pc:sldChg>
      <pc:sldChg chg="modSp new mod">
        <pc:chgData name="이세훈" userId="38656351-cf5c-47e6-8007-bd90b18525ba" providerId="ADAL" clId="{C7D23D22-1AD8-4CC9-8959-CE0A5E8A5134}" dt="2023-12-26T04:25:37.232" v="33"/>
        <pc:sldMkLst>
          <pc:docMk/>
          <pc:sldMk cId="1564463487" sldId="260"/>
        </pc:sldMkLst>
        <pc:spChg chg="mod">
          <ac:chgData name="이세훈" userId="38656351-cf5c-47e6-8007-bd90b18525ba" providerId="ADAL" clId="{C7D23D22-1AD8-4CC9-8959-CE0A5E8A5134}" dt="2023-12-26T04:25:37.232" v="33"/>
          <ac:spMkLst>
            <pc:docMk/>
            <pc:sldMk cId="1564463487" sldId="260"/>
            <ac:spMk id="2" creationId="{CD6E5762-7A4C-C549-3747-47DF727B09E3}"/>
          </ac:spMkLst>
        </pc:spChg>
      </pc:sldChg>
      <pc:sldChg chg="addSp modSp del">
        <pc:chgData name="이세훈" userId="38656351-cf5c-47e6-8007-bd90b18525ba" providerId="ADAL" clId="{C7D23D22-1AD8-4CC9-8959-CE0A5E8A5134}" dt="2023-12-27T02:10:55.957" v="770" actId="47"/>
        <pc:sldMkLst>
          <pc:docMk/>
          <pc:sldMk cId="2719653964" sldId="260"/>
        </pc:sldMkLst>
        <pc:spChg chg="add mod">
          <ac:chgData name="이세훈" userId="38656351-cf5c-47e6-8007-bd90b18525ba" providerId="ADAL" clId="{C7D23D22-1AD8-4CC9-8959-CE0A5E8A5134}" dt="2023-12-27T02:01:20.853" v="712"/>
          <ac:spMkLst>
            <pc:docMk/>
            <pc:sldMk cId="2719653964" sldId="260"/>
            <ac:spMk id="4" creationId="{91A180F0-7A34-C23D-0AA4-3BB6CA37964F}"/>
          </ac:spMkLst>
        </pc:spChg>
        <pc:spChg chg="add mod">
          <ac:chgData name="이세훈" userId="38656351-cf5c-47e6-8007-bd90b18525ba" providerId="ADAL" clId="{C7D23D22-1AD8-4CC9-8959-CE0A5E8A5134}" dt="2023-12-27T02:01:30.340" v="717"/>
          <ac:spMkLst>
            <pc:docMk/>
            <pc:sldMk cId="2719653964" sldId="260"/>
            <ac:spMk id="6" creationId="{C734EE10-1987-C109-0F88-7F9E6803F0EA}"/>
          </ac:spMkLst>
        </pc:spChg>
        <pc:spChg chg="add mod">
          <ac:chgData name="이세훈" userId="38656351-cf5c-47e6-8007-bd90b18525ba" providerId="ADAL" clId="{C7D23D22-1AD8-4CC9-8959-CE0A5E8A5134}" dt="2023-12-27T02:10:19.750" v="756"/>
          <ac:spMkLst>
            <pc:docMk/>
            <pc:sldMk cId="2719653964" sldId="260"/>
            <ac:spMk id="8" creationId="{01ECE012-7DD7-10A7-463A-68FE67191892}"/>
          </ac:spMkLst>
        </pc:spChg>
      </pc:sldChg>
      <pc:sldChg chg="add del">
        <pc:chgData name="이세훈" userId="38656351-cf5c-47e6-8007-bd90b18525ba" providerId="ADAL" clId="{C7D23D22-1AD8-4CC9-8959-CE0A5E8A5134}" dt="2023-12-27T02:15:48.272" v="907" actId="47"/>
        <pc:sldMkLst>
          <pc:docMk/>
          <pc:sldMk cId="3053861732" sldId="260"/>
        </pc:sldMkLst>
      </pc:sldChg>
      <pc:sldChg chg="modSp add mod">
        <pc:chgData name="이세훈" userId="38656351-cf5c-47e6-8007-bd90b18525ba" providerId="ADAL" clId="{C7D23D22-1AD8-4CC9-8959-CE0A5E8A5134}" dt="2023-12-27T02:18:40.364" v="1054" actId="20577"/>
        <pc:sldMkLst>
          <pc:docMk/>
          <pc:sldMk cId="3159824265" sldId="260"/>
        </pc:sldMkLst>
        <pc:spChg chg="mod">
          <ac:chgData name="이세훈" userId="38656351-cf5c-47e6-8007-bd90b18525ba" providerId="ADAL" clId="{C7D23D22-1AD8-4CC9-8959-CE0A5E8A5134}" dt="2023-12-27T02:16:37.164" v="962" actId="20577"/>
          <ac:spMkLst>
            <pc:docMk/>
            <pc:sldMk cId="3159824265" sldId="260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40.364" v="1054" actId="20577"/>
          <ac:spMkLst>
            <pc:docMk/>
            <pc:sldMk cId="3159824265" sldId="260"/>
            <ac:spMk id="3" creationId="{9E8F1FAC-21B1-51F5-643E-2BA461588F77}"/>
          </ac:spMkLst>
        </pc:spChg>
      </pc:sldChg>
      <pc:sldChg chg="addSp modSp del">
        <pc:chgData name="이세훈" userId="38656351-cf5c-47e6-8007-bd90b18525ba" providerId="ADAL" clId="{C7D23D22-1AD8-4CC9-8959-CE0A5E8A5134}" dt="2023-12-27T02:10:56.391" v="771" actId="47"/>
        <pc:sldMkLst>
          <pc:docMk/>
          <pc:sldMk cId="53230650" sldId="261"/>
        </pc:sldMkLst>
        <pc:spChg chg="add mod">
          <ac:chgData name="이세훈" userId="38656351-cf5c-47e6-8007-bd90b18525ba" providerId="ADAL" clId="{C7D23D22-1AD8-4CC9-8959-CE0A5E8A5134}" dt="2023-12-27T02:01:21.535" v="713"/>
          <ac:spMkLst>
            <pc:docMk/>
            <pc:sldMk cId="53230650" sldId="261"/>
            <ac:spMk id="4" creationId="{57487DBF-1805-4366-038C-BDBA1984FA99}"/>
          </ac:spMkLst>
        </pc:spChg>
        <pc:spChg chg="add mod">
          <ac:chgData name="이세훈" userId="38656351-cf5c-47e6-8007-bd90b18525ba" providerId="ADAL" clId="{C7D23D22-1AD8-4CC9-8959-CE0A5E8A5134}" dt="2023-12-27T02:01:31.009" v="718"/>
          <ac:spMkLst>
            <pc:docMk/>
            <pc:sldMk cId="53230650" sldId="261"/>
            <ac:spMk id="6" creationId="{24E8112D-34B9-D705-5B52-506685244F6A}"/>
          </ac:spMkLst>
        </pc:spChg>
        <pc:spChg chg="add mod">
          <ac:chgData name="이세훈" userId="38656351-cf5c-47e6-8007-bd90b18525ba" providerId="ADAL" clId="{C7D23D22-1AD8-4CC9-8959-CE0A5E8A5134}" dt="2023-12-27T02:10:20.551" v="757"/>
          <ac:spMkLst>
            <pc:docMk/>
            <pc:sldMk cId="53230650" sldId="261"/>
            <ac:spMk id="8" creationId="{0521AAB5-A1F2-794D-C1D5-B3D8111D8600}"/>
          </ac:spMkLst>
        </pc:spChg>
      </pc:sldChg>
      <pc:sldChg chg="add del">
        <pc:chgData name="이세훈" userId="38656351-cf5c-47e6-8007-bd90b18525ba" providerId="ADAL" clId="{C7D23D22-1AD8-4CC9-8959-CE0A5E8A5134}" dt="2023-12-27T02:12:51.451" v="866" actId="47"/>
        <pc:sldMkLst>
          <pc:docMk/>
          <pc:sldMk cId="1051773152" sldId="261"/>
        </pc:sldMkLst>
      </pc:sldChg>
      <pc:sldChg chg="add del">
        <pc:chgData name="이세훈" userId="38656351-cf5c-47e6-8007-bd90b18525ba" providerId="ADAL" clId="{C7D23D22-1AD8-4CC9-8959-CE0A5E8A5134}" dt="2023-12-27T02:12:12.526" v="825" actId="47"/>
        <pc:sldMkLst>
          <pc:docMk/>
          <pc:sldMk cId="1205278976" sldId="261"/>
        </pc:sldMkLst>
      </pc:sldChg>
      <pc:sldChg chg="modSp add mod">
        <pc:chgData name="이세훈" userId="38656351-cf5c-47e6-8007-bd90b18525ba" providerId="ADAL" clId="{C7D23D22-1AD8-4CC9-8959-CE0A5E8A5134}" dt="2023-12-27T02:18:43.849" v="1055" actId="20577"/>
        <pc:sldMkLst>
          <pc:docMk/>
          <pc:sldMk cId="2600714010" sldId="261"/>
        </pc:sldMkLst>
        <pc:spChg chg="mod">
          <ac:chgData name="이세훈" userId="38656351-cf5c-47e6-8007-bd90b18525ba" providerId="ADAL" clId="{C7D23D22-1AD8-4CC9-8959-CE0A5E8A5134}" dt="2023-12-27T02:18:43.849" v="1055" actId="20577"/>
          <ac:spMkLst>
            <pc:docMk/>
            <pc:sldMk cId="2600714010" sldId="261"/>
            <ac:spMk id="3" creationId="{9E8F1FAC-21B1-51F5-643E-2BA461588F77}"/>
          </ac:spMkLst>
        </pc:spChg>
      </pc:sldChg>
      <pc:sldChg chg="add del">
        <pc:chgData name="이세훈" userId="38656351-cf5c-47e6-8007-bd90b18525ba" providerId="ADAL" clId="{C7D23D22-1AD8-4CC9-8959-CE0A5E8A5134}" dt="2023-12-27T02:15:49.273" v="908" actId="47"/>
        <pc:sldMkLst>
          <pc:docMk/>
          <pc:sldMk cId="3874016097" sldId="261"/>
        </pc:sldMkLst>
      </pc:sldChg>
      <pc:sldChg chg="modSp add mod">
        <pc:chgData name="이세훈" userId="38656351-cf5c-47e6-8007-bd90b18525ba" providerId="ADAL" clId="{C7D23D22-1AD8-4CC9-8959-CE0A5E8A5134}" dt="2023-12-27T02:18:46.403" v="1056" actId="20577"/>
        <pc:sldMkLst>
          <pc:docMk/>
          <pc:sldMk cId="459593369" sldId="262"/>
        </pc:sldMkLst>
        <pc:spChg chg="mod">
          <ac:chgData name="이세훈" userId="38656351-cf5c-47e6-8007-bd90b18525ba" providerId="ADAL" clId="{C7D23D22-1AD8-4CC9-8959-CE0A5E8A5134}" dt="2023-12-27T02:17:05.123" v="985" actId="20577"/>
          <ac:spMkLst>
            <pc:docMk/>
            <pc:sldMk cId="459593369" sldId="262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46.403" v="1056" actId="20577"/>
          <ac:spMkLst>
            <pc:docMk/>
            <pc:sldMk cId="459593369" sldId="262"/>
            <ac:spMk id="3" creationId="{9E8F1FAC-21B1-51F5-643E-2BA461588F77}"/>
          </ac:spMkLst>
        </pc:spChg>
      </pc:sldChg>
      <pc:sldChg chg="add del">
        <pc:chgData name="이세훈" userId="38656351-cf5c-47e6-8007-bd90b18525ba" providerId="ADAL" clId="{C7D23D22-1AD8-4CC9-8959-CE0A5E8A5134}" dt="2023-12-27T02:12:12.764" v="826" actId="47"/>
        <pc:sldMkLst>
          <pc:docMk/>
          <pc:sldMk cId="1000230078" sldId="262"/>
        </pc:sldMkLst>
      </pc:sldChg>
      <pc:sldChg chg="add del">
        <pc:chgData name="이세훈" userId="38656351-cf5c-47e6-8007-bd90b18525ba" providerId="ADAL" clId="{C7D23D22-1AD8-4CC9-8959-CE0A5E8A5134}" dt="2023-12-27T02:12:51.844" v="867" actId="47"/>
        <pc:sldMkLst>
          <pc:docMk/>
          <pc:sldMk cId="2631122632" sldId="262"/>
        </pc:sldMkLst>
      </pc:sldChg>
      <pc:sldChg chg="modSp add mod">
        <pc:chgData name="이세훈" userId="38656351-cf5c-47e6-8007-bd90b18525ba" providerId="ADAL" clId="{C7D23D22-1AD8-4CC9-8959-CE0A5E8A5134}" dt="2023-12-27T02:18:48.855" v="1057" actId="20577"/>
        <pc:sldMkLst>
          <pc:docMk/>
          <pc:sldMk cId="3596585731" sldId="263"/>
        </pc:sldMkLst>
        <pc:spChg chg="mod">
          <ac:chgData name="이세훈" userId="38656351-cf5c-47e6-8007-bd90b18525ba" providerId="ADAL" clId="{C7D23D22-1AD8-4CC9-8959-CE0A5E8A5134}" dt="2023-12-27T02:17:30.107" v="1007" actId="20577"/>
          <ac:spMkLst>
            <pc:docMk/>
            <pc:sldMk cId="3596585731" sldId="263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48.855" v="1057" actId="20577"/>
          <ac:spMkLst>
            <pc:docMk/>
            <pc:sldMk cId="3596585731" sldId="263"/>
            <ac:spMk id="3" creationId="{9E8F1FAC-21B1-51F5-643E-2BA461588F77}"/>
          </ac:spMkLst>
        </pc:spChg>
      </pc:sldChg>
      <pc:sldChg chg="modSp add mod">
        <pc:chgData name="이세훈" userId="38656351-cf5c-47e6-8007-bd90b18525ba" providerId="ADAL" clId="{C7D23D22-1AD8-4CC9-8959-CE0A5E8A5134}" dt="2023-12-27T02:18:51.890" v="1058" actId="20577"/>
        <pc:sldMkLst>
          <pc:docMk/>
          <pc:sldMk cId="3763098497" sldId="264"/>
        </pc:sldMkLst>
        <pc:spChg chg="mod">
          <ac:chgData name="이세훈" userId="38656351-cf5c-47e6-8007-bd90b18525ba" providerId="ADAL" clId="{C7D23D22-1AD8-4CC9-8959-CE0A5E8A5134}" dt="2023-12-27T02:18:01.232" v="1030" actId="20577"/>
          <ac:spMkLst>
            <pc:docMk/>
            <pc:sldMk cId="3763098497" sldId="264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51.890" v="1058" actId="20577"/>
          <ac:spMkLst>
            <pc:docMk/>
            <pc:sldMk cId="3763098497" sldId="264"/>
            <ac:spMk id="3" creationId="{9E8F1FAC-21B1-51F5-643E-2BA461588F77}"/>
          </ac:spMkLst>
        </pc:spChg>
      </pc:sldChg>
      <pc:sldChg chg="modSp add mod">
        <pc:chgData name="이세훈" userId="38656351-cf5c-47e6-8007-bd90b18525ba" providerId="ADAL" clId="{C7D23D22-1AD8-4CC9-8959-CE0A5E8A5134}" dt="2023-12-27T02:18:23.800" v="1052"/>
        <pc:sldMkLst>
          <pc:docMk/>
          <pc:sldMk cId="1626255129" sldId="265"/>
        </pc:sldMkLst>
        <pc:spChg chg="mod">
          <ac:chgData name="이세훈" userId="38656351-cf5c-47e6-8007-bd90b18525ba" providerId="ADAL" clId="{C7D23D22-1AD8-4CC9-8959-CE0A5E8A5134}" dt="2023-12-27T02:18:23.800" v="1052"/>
          <ac:spMkLst>
            <pc:docMk/>
            <pc:sldMk cId="1626255129" sldId="265"/>
            <ac:spMk id="2" creationId="{B40AC267-CE06-0051-26EE-99C3B0099DB9}"/>
          </ac:spMkLst>
        </pc:spChg>
      </pc:sldChg>
    </pc:docChg>
  </pc:docChgLst>
  <pc:docChgLst>
    <pc:chgData name="이세훈" userId="S::redkye2@kyonggi.ac.kr::38656351-cf5c-47e6-8007-bd90b18525ba" providerId="AD" clId="Web-{5C882EDD-2A5D-DEAF-8EBF-69AA8AE399B2}"/>
    <pc:docChg chg="addSld delSld modSld sldOrd">
      <pc:chgData name="이세훈" userId="S::redkye2@kyonggi.ac.kr::38656351-cf5c-47e6-8007-bd90b18525ba" providerId="AD" clId="Web-{5C882EDD-2A5D-DEAF-8EBF-69AA8AE399B2}" dt="2023-12-27T01:52:47.943" v="122"/>
      <pc:docMkLst>
        <pc:docMk/>
      </pc:docMkLst>
      <pc:sldChg chg="addSp delSp modSp">
        <pc:chgData name="이세훈" userId="S::redkye2@kyonggi.ac.kr::38656351-cf5c-47e6-8007-bd90b18525ba" providerId="AD" clId="Web-{5C882EDD-2A5D-DEAF-8EBF-69AA8AE399B2}" dt="2023-12-27T01:52:47.943" v="122"/>
        <pc:sldMkLst>
          <pc:docMk/>
          <pc:sldMk cId="3877876133" sldId="256"/>
        </pc:sldMkLst>
        <pc:spChg chg="mod">
          <ac:chgData name="이세훈" userId="S::redkye2@kyonggi.ac.kr::38656351-cf5c-47e6-8007-bd90b18525ba" providerId="AD" clId="Web-{5C882EDD-2A5D-DEAF-8EBF-69AA8AE399B2}" dt="2023-12-27T01:51:14.452" v="117" actId="14100"/>
          <ac:spMkLst>
            <pc:docMk/>
            <pc:sldMk cId="3877876133" sldId="256"/>
            <ac:spMk id="2" creationId="{B40AC267-CE06-0051-26EE-99C3B0099DB9}"/>
          </ac:spMkLst>
        </pc:spChg>
        <pc:spChg chg="mod">
          <ac:chgData name="이세훈" userId="S::redkye2@kyonggi.ac.kr::38656351-cf5c-47e6-8007-bd90b18525ba" providerId="AD" clId="Web-{5C882EDD-2A5D-DEAF-8EBF-69AA8AE399B2}" dt="2023-12-27T01:51:20.875" v="118" actId="1076"/>
          <ac:spMkLst>
            <pc:docMk/>
            <pc:sldMk cId="3877876133" sldId="256"/>
            <ac:spMk id="3" creationId="{1BA14F1E-1383-BB48-CB58-43B5272C5463}"/>
          </ac:spMkLst>
        </pc:spChg>
        <pc:spChg chg="add mod">
          <ac:chgData name="이세훈" userId="S::redkye2@kyonggi.ac.kr::38656351-cf5c-47e6-8007-bd90b18525ba" providerId="AD" clId="Web-{5C882EDD-2A5D-DEAF-8EBF-69AA8AE399B2}" dt="2023-12-27T01:42:24.071" v="34" actId="14100"/>
          <ac:spMkLst>
            <pc:docMk/>
            <pc:sldMk cId="3877876133" sldId="256"/>
            <ac:spMk id="5" creationId="{BF5010CE-1B2B-55B6-4F05-3A1B3CFC7414}"/>
          </ac:spMkLst>
        </pc:spChg>
        <pc:spChg chg="add del mod">
          <ac:chgData name="이세훈" userId="S::redkye2@kyonggi.ac.kr::38656351-cf5c-47e6-8007-bd90b18525ba" providerId="AD" clId="Web-{5C882EDD-2A5D-DEAF-8EBF-69AA8AE399B2}" dt="2023-12-27T01:42:35.337" v="38"/>
          <ac:spMkLst>
            <pc:docMk/>
            <pc:sldMk cId="3877876133" sldId="256"/>
            <ac:spMk id="7" creationId="{2DF72842-B5CD-A803-A7C6-7497E9C5AB7A}"/>
          </ac:spMkLst>
        </pc:spChg>
        <pc:spChg chg="add mod">
          <ac:chgData name="이세훈" userId="S::redkye2@kyonggi.ac.kr::38656351-cf5c-47e6-8007-bd90b18525ba" providerId="AD" clId="Web-{5C882EDD-2A5D-DEAF-8EBF-69AA8AE399B2}" dt="2023-12-27T01:42:40.181" v="41" actId="1076"/>
          <ac:spMkLst>
            <pc:docMk/>
            <pc:sldMk cId="3877876133" sldId="256"/>
            <ac:spMk id="8" creationId="{33720AB0-3224-F384-C116-D221663E138F}"/>
          </ac:spMkLst>
        </pc:spChg>
        <pc:spChg chg="add mod">
          <ac:chgData name="이세훈" userId="S::redkye2@kyonggi.ac.kr::38656351-cf5c-47e6-8007-bd90b18525ba" providerId="AD" clId="Web-{5C882EDD-2A5D-DEAF-8EBF-69AA8AE399B2}" dt="2023-12-27T01:50:49.607" v="113" actId="1076"/>
          <ac:spMkLst>
            <pc:docMk/>
            <pc:sldMk cId="3877876133" sldId="256"/>
            <ac:spMk id="10" creationId="{1FEC99CB-F954-A7E7-3655-A08501766A4A}"/>
          </ac:spMkLst>
        </pc:spChg>
        <pc:picChg chg="add mod modCrop">
          <ac:chgData name="이세훈" userId="S::redkye2@kyonggi.ac.kr::38656351-cf5c-47e6-8007-bd90b18525ba" providerId="AD" clId="Web-{5C882EDD-2A5D-DEAF-8EBF-69AA8AE399B2}" dt="2023-12-27T01:40:21.468" v="10" actId="14100"/>
          <ac:picMkLst>
            <pc:docMk/>
            <pc:sldMk cId="3877876133" sldId="256"/>
            <ac:picMk id="4" creationId="{B3E4EAEA-3256-B202-9D0B-813308124CC4}"/>
          </ac:picMkLst>
        </pc:picChg>
        <pc:picChg chg="add del mod">
          <ac:chgData name="이세훈" userId="S::redkye2@kyonggi.ac.kr::38656351-cf5c-47e6-8007-bd90b18525ba" providerId="AD" clId="Web-{5C882EDD-2A5D-DEAF-8EBF-69AA8AE399B2}" dt="2023-12-27T01:41:35.224" v="22"/>
          <ac:picMkLst>
            <pc:docMk/>
            <pc:sldMk cId="3877876133" sldId="256"/>
            <ac:picMk id="6" creationId="{837A50C8-AD68-EBD6-84D8-F0EEB08D9F73}"/>
          </ac:picMkLst>
        </pc:picChg>
        <pc:picChg chg="add mod ord">
          <ac:chgData name="이세훈" userId="S::redkye2@kyonggi.ac.kr::38656351-cf5c-47e6-8007-bd90b18525ba" providerId="AD" clId="Web-{5C882EDD-2A5D-DEAF-8EBF-69AA8AE399B2}" dt="2023-12-27T01:52:47.943" v="122"/>
          <ac:picMkLst>
            <pc:docMk/>
            <pc:sldMk cId="3877876133" sldId="256"/>
            <ac:picMk id="9" creationId="{BCA84296-E7FD-E2D8-C6A8-2013C8977111}"/>
          </ac:picMkLst>
        </pc:picChg>
      </pc:sldChg>
      <pc:sldChg chg="addSp modSp ord">
        <pc:chgData name="이세훈" userId="S::redkye2@kyonggi.ac.kr::38656351-cf5c-47e6-8007-bd90b18525ba" providerId="AD" clId="Web-{5C882EDD-2A5D-DEAF-8EBF-69AA8AE399B2}" dt="2023-12-27T01:47:34.562" v="62" actId="1076"/>
        <pc:sldMkLst>
          <pc:docMk/>
          <pc:sldMk cId="909897023" sldId="257"/>
        </pc:sldMkLst>
        <pc:spChg chg="mod">
          <ac:chgData name="이세훈" userId="S::redkye2@kyonggi.ac.kr::38656351-cf5c-47e6-8007-bd90b18525ba" providerId="AD" clId="Web-{5C882EDD-2A5D-DEAF-8EBF-69AA8AE399B2}" dt="2023-12-27T01:47:34.562" v="62" actId="1076"/>
          <ac:spMkLst>
            <pc:docMk/>
            <pc:sldMk cId="909897023" sldId="257"/>
            <ac:spMk id="2" creationId="{7CBE828D-537B-BDCB-0044-6E1E125C2C01}"/>
          </ac:spMkLst>
        </pc:spChg>
        <pc:spChg chg="mod">
          <ac:chgData name="이세훈" userId="S::redkye2@kyonggi.ac.kr::38656351-cf5c-47e6-8007-bd90b18525ba" providerId="AD" clId="Web-{5C882EDD-2A5D-DEAF-8EBF-69AA8AE399B2}" dt="2023-12-27T01:47:30.624" v="61" actId="1076"/>
          <ac:spMkLst>
            <pc:docMk/>
            <pc:sldMk cId="909897023" sldId="257"/>
            <ac:spMk id="3" creationId="{9E8F1FAC-21B1-51F5-643E-2BA461588F77}"/>
          </ac:spMkLst>
        </pc:spChg>
        <pc:spChg chg="add">
          <ac:chgData name="이세훈" userId="S::redkye2@kyonggi.ac.kr::38656351-cf5c-47e6-8007-bd90b18525ba" providerId="AD" clId="Web-{5C882EDD-2A5D-DEAF-8EBF-69AA8AE399B2}" dt="2023-12-27T01:46:32.557" v="46"/>
          <ac:spMkLst>
            <pc:docMk/>
            <pc:sldMk cId="909897023" sldId="257"/>
            <ac:spMk id="5" creationId="{5FCB229B-0655-72E6-D755-8DB25627E6DF}"/>
          </ac:spMkLst>
        </pc:spChg>
        <pc:spChg chg="add">
          <ac:chgData name="이세훈" userId="S::redkye2@kyonggi.ac.kr::38656351-cf5c-47e6-8007-bd90b18525ba" providerId="AD" clId="Web-{5C882EDD-2A5D-DEAF-8EBF-69AA8AE399B2}" dt="2023-12-27T01:46:35.901" v="48"/>
          <ac:spMkLst>
            <pc:docMk/>
            <pc:sldMk cId="909897023" sldId="257"/>
            <ac:spMk id="7" creationId="{D2A2B75C-43CB-445C-1787-40672904D69E}"/>
          </ac:spMkLst>
        </pc:spChg>
        <pc:picChg chg="add">
          <ac:chgData name="이세훈" userId="S::redkye2@kyonggi.ac.kr::38656351-cf5c-47e6-8007-bd90b18525ba" providerId="AD" clId="Web-{5C882EDD-2A5D-DEAF-8EBF-69AA8AE399B2}" dt="2023-12-27T01:46:53.496" v="51"/>
          <ac:picMkLst>
            <pc:docMk/>
            <pc:sldMk cId="909897023" sldId="257"/>
            <ac:picMk id="9" creationId="{C9C44E3B-0F24-5F1C-BA2B-93F160D829C1}"/>
          </ac:picMkLst>
        </pc:picChg>
        <pc:picChg chg="add">
          <ac:chgData name="이세훈" userId="S::redkye2@kyonggi.ac.kr::38656351-cf5c-47e6-8007-bd90b18525ba" providerId="AD" clId="Web-{5C882EDD-2A5D-DEAF-8EBF-69AA8AE399B2}" dt="2023-12-27T01:47:19.732" v="58"/>
          <ac:picMkLst>
            <pc:docMk/>
            <pc:sldMk cId="909897023" sldId="257"/>
            <ac:picMk id="11" creationId="{54BDD524-6693-17C8-B5E4-106979BF9818}"/>
          </ac:picMkLst>
        </pc:picChg>
      </pc:sldChg>
      <pc:sldChg chg="addSp del">
        <pc:chgData name="이세훈" userId="S::redkye2@kyonggi.ac.kr::38656351-cf5c-47e6-8007-bd90b18525ba" providerId="AD" clId="Web-{5C882EDD-2A5D-DEAF-8EBF-69AA8AE399B2}" dt="2023-12-27T01:46:58.122" v="53"/>
        <pc:sldMkLst>
          <pc:docMk/>
          <pc:sldMk cId="1659252234" sldId="258"/>
        </pc:sldMkLst>
        <pc:picChg chg="add">
          <ac:chgData name="이세훈" userId="S::redkye2@kyonggi.ac.kr::38656351-cf5c-47e6-8007-bd90b18525ba" providerId="AD" clId="Web-{5C882EDD-2A5D-DEAF-8EBF-69AA8AE399B2}" dt="2023-12-27T01:46:49.058" v="50"/>
          <ac:picMkLst>
            <pc:docMk/>
            <pc:sldMk cId="1659252234" sldId="258"/>
            <ac:picMk id="5" creationId="{36B2A688-06D9-0247-1422-4FDC475E89A5}"/>
          </ac:picMkLst>
        </pc:picChg>
      </pc:sldChg>
      <pc:sldChg chg="add replId">
        <pc:chgData name="이세훈" userId="S::redkye2@kyonggi.ac.kr::38656351-cf5c-47e6-8007-bd90b18525ba" providerId="AD" clId="Web-{5C882EDD-2A5D-DEAF-8EBF-69AA8AE399B2}" dt="2023-12-27T01:47:48.719" v="65"/>
        <pc:sldMkLst>
          <pc:docMk/>
          <pc:sldMk cId="2805764780" sldId="258"/>
        </pc:sldMkLst>
      </pc:sldChg>
      <pc:sldChg chg="addSp add del replId">
        <pc:chgData name="이세훈" userId="S::redkye2@kyonggi.ac.kr::38656351-cf5c-47e6-8007-bd90b18525ba" providerId="AD" clId="Web-{5C882EDD-2A5D-DEAF-8EBF-69AA8AE399B2}" dt="2023-12-27T01:47:38.765" v="63"/>
        <pc:sldMkLst>
          <pc:docMk/>
          <pc:sldMk cId="3178927421" sldId="258"/>
        </pc:sldMkLst>
        <pc:picChg chg="add">
          <ac:chgData name="이세훈" userId="S::redkye2@kyonggi.ac.kr::38656351-cf5c-47e6-8007-bd90b18525ba" providerId="AD" clId="Web-{5C882EDD-2A5D-DEAF-8EBF-69AA8AE399B2}" dt="2023-12-27T01:47:20.733" v="59"/>
          <ac:picMkLst>
            <pc:docMk/>
            <pc:sldMk cId="3178927421" sldId="258"/>
            <ac:picMk id="6" creationId="{051EF29D-C674-725F-9580-6164FC7E74C4}"/>
          </ac:picMkLst>
        </pc:picChg>
      </pc:sldChg>
      <pc:sldChg chg="add replId">
        <pc:chgData name="이세훈" userId="S::redkye2@kyonggi.ac.kr::38656351-cf5c-47e6-8007-bd90b18525ba" providerId="AD" clId="Web-{5C882EDD-2A5D-DEAF-8EBF-69AA8AE399B2}" dt="2023-12-27T01:47:49.891" v="66"/>
        <pc:sldMkLst>
          <pc:docMk/>
          <pc:sldMk cId="1757866756" sldId="259"/>
        </pc:sldMkLst>
      </pc:sldChg>
      <pc:sldChg chg="addSp add del replId">
        <pc:chgData name="이세훈" userId="S::redkye2@kyonggi.ac.kr::38656351-cf5c-47e6-8007-bd90b18525ba" providerId="AD" clId="Web-{5C882EDD-2A5D-DEAF-8EBF-69AA8AE399B2}" dt="2023-12-27T01:47:40.500" v="64"/>
        <pc:sldMkLst>
          <pc:docMk/>
          <pc:sldMk cId="1906709140" sldId="259"/>
        </pc:sldMkLst>
        <pc:picChg chg="add">
          <ac:chgData name="이세훈" userId="S::redkye2@kyonggi.ac.kr::38656351-cf5c-47e6-8007-bd90b18525ba" providerId="AD" clId="Web-{5C882EDD-2A5D-DEAF-8EBF-69AA8AE399B2}" dt="2023-12-27T01:47:21.592" v="60"/>
          <ac:picMkLst>
            <pc:docMk/>
            <pc:sldMk cId="1906709140" sldId="259"/>
            <ac:picMk id="6" creationId="{33AB44FA-02AE-0910-3226-A747938B7ABA}"/>
          </ac:picMkLst>
        </pc:picChg>
      </pc:sldChg>
      <pc:sldChg chg="del">
        <pc:chgData name="이세훈" userId="S::redkye2@kyonggi.ac.kr::38656351-cf5c-47e6-8007-bd90b18525ba" providerId="AD" clId="Web-{5C882EDD-2A5D-DEAF-8EBF-69AA8AE399B2}" dt="2023-12-27T01:46:59.981" v="54"/>
        <pc:sldMkLst>
          <pc:docMk/>
          <pc:sldMk cId="3163171558" sldId="259"/>
        </pc:sldMkLst>
      </pc:sldChg>
      <pc:sldChg chg="del">
        <pc:chgData name="이세훈" userId="S::redkye2@kyonggi.ac.kr::38656351-cf5c-47e6-8007-bd90b18525ba" providerId="AD" clId="Web-{5C882EDD-2A5D-DEAF-8EBF-69AA8AE399B2}" dt="2023-12-27T01:47:00.044" v="55"/>
        <pc:sldMkLst>
          <pc:docMk/>
          <pc:sldMk cId="1564463487" sldId="260"/>
        </pc:sldMkLst>
      </pc:sldChg>
      <pc:sldChg chg="add replId">
        <pc:chgData name="이세훈" userId="S::redkye2@kyonggi.ac.kr::38656351-cf5c-47e6-8007-bd90b18525ba" providerId="AD" clId="Web-{5C882EDD-2A5D-DEAF-8EBF-69AA8AE399B2}" dt="2023-12-27T01:47:51.360" v="67"/>
        <pc:sldMkLst>
          <pc:docMk/>
          <pc:sldMk cId="2719653964" sldId="260"/>
        </pc:sldMkLst>
      </pc:sldChg>
      <pc:sldChg chg="add replId">
        <pc:chgData name="이세훈" userId="S::redkye2@kyonggi.ac.kr::38656351-cf5c-47e6-8007-bd90b18525ba" providerId="AD" clId="Web-{5C882EDD-2A5D-DEAF-8EBF-69AA8AE399B2}" dt="2023-12-27T01:47:52.813" v="68"/>
        <pc:sldMkLst>
          <pc:docMk/>
          <pc:sldMk cId="5323065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DEAF9-6A44-4113-8DCB-15C9C4B3014F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112-5B13-4B97-990E-A7E91A96CA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66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 err="1">
                <a:solidFill>
                  <a:srgbClr val="344854"/>
                </a:solidFill>
                <a:effectLst/>
                <a:highlight>
                  <a:srgbClr val="FFFFFF"/>
                </a:highlight>
                <a:latin typeface="Optimistic Display"/>
              </a:rPr>
              <a:t>ㅊ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58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034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F7B20-E9CF-7FDC-49A2-E3AE5353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8573E-5C8E-A703-1687-91EA92687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CD923B-7A4E-5039-EFBD-A4317036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0A9740-ADC7-FC81-B44C-D6028751F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787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EB65-33BE-4584-15BE-18DD3F89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011A8B-8447-9EB7-95A3-CDCB62816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80680C-97C8-8BA3-F015-73EAE8A66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FA4A8-A381-7046-D938-E0BBFAB50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74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181A-ED7E-DC71-745D-AACDD853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657578-B5AE-FBD3-922A-664FDD062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9B544B-86D9-CE7A-6D4B-79EF0C893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2185F1-06B0-EB70-FCF9-9609D252E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495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D5A7-AF8C-8C20-B345-16B8E8A1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00C95C-C554-E7AB-08E3-4749DC839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2AEFDC-88A1-A70C-8CB2-39432A5A0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25A3FF-EB71-07DF-FA2E-4502D760A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716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6DFF-7D93-0FB7-DC28-9F306A5F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E1A401-5EE6-1A04-00BF-4843365DC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DACEC1-4A2C-212E-2058-56085C3E5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804565-480B-52F5-D771-7A670B20D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53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E92AB-5919-706C-8C41-5D21905C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790FF6-AEFD-F23C-3CC0-EC2A6B573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1DCEEE-ED29-D595-0668-3EEAC2BB9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E0178-58B2-E9B6-C126-A79E6EB58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823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A4E7F-771D-1BC2-6138-210E01CA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13DBAF-7AB5-A717-195F-E0F0CC47B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1FF842-4281-67B8-1316-FD9114EEE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52A09-62BB-6330-3AC3-6ACA1D422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220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4754-AF90-F5A2-62D1-CCB46B82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41701-01F7-695C-EEF1-C0CC59FDF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54D75-F0C2-8B16-3E09-F81AA3318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 로그와 같은 긴 텍스트 처리에 강점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D0D16-B393-E09B-BA71-D6FEA47B0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799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0BF3E-46F4-E2F3-5D17-36F669714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C56E0F-6626-097C-1D51-68894F555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9D102-FF83-BEF1-9E8A-E8BA07AF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2B599-D7E3-05B2-E5F6-E4CD233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FEB985-F435-5FEE-76A5-608F1BA0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67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57D72-493F-A746-CC94-9A58DF78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6EE44-9C28-C51E-2D64-221F5592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A1719-7503-AF43-A7E7-10F507CC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98BB2D-0FA9-1D30-74A3-4608E079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BB8614-D7E1-A3A2-776B-7629CBE9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9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E85FA-E06F-4FAF-9FC7-C44EA59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977EC-2FAC-48C5-2139-48EEAF9B7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E70D9D-7BDB-8C81-4CBE-984DDE2C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B3868-280D-0EF4-5D76-B1356723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762C7-FBE5-8F48-B8E8-90CCF08D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3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CC1FB-50BF-7FB0-1B3C-24D99197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41F03-A09A-F9DB-561C-EBDF1A675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BAF62-3526-0B76-03C1-41C42CD4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2CFE4F-BC95-C5FF-174C-ED4DD744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87EC50-08A0-CB5A-6063-99C842F4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EADECA-B0EA-2F46-720D-51DBC4CA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95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40F1A-7181-BC82-F696-E07F7550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7609B2-83E3-4932-688C-86194C48E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7E795A-DBF9-06CC-C78D-E4E865162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1431C4-3796-0702-6742-619AD87F0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E26EF4-C976-D21E-85FC-2D28B1A59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A3ED26-5C63-1D7C-853C-FFC5A125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AA73C8-FBAF-B470-6D17-8CA8D504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1466E0-E581-4ABD-992F-3E0B150A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95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3BA61-C082-895A-46A1-28ACBE44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01E2FC-9760-2FBE-BAD1-5F8A9C5B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4AB31B-77AA-AEEB-6411-08083F88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9733C-DD81-40DF-0013-B55D3F11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42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02A1FE-E332-5F1B-DFAD-B5A8CC72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7F508E-6CBA-A57D-628F-39567CC0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EA00BF-F51F-9205-5C29-B0C057A1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4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05A55-CA07-A586-FD4C-FC19BB39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C319C-BE8F-CA60-0F06-DD994EAD5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916029-EB3A-6201-7639-1B50FAEEE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9A9153-02C0-DBF4-2BC5-4D5F3961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819BB-95DB-EC34-BCC4-13160E01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7B6269-C7B3-9E14-8784-9F73F63A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7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5ABB0-EF8B-6C32-81BA-7047A399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31473D-984C-3BD2-6B66-5540749E4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48044-E63C-E1E0-395C-543E7D9C4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C053E4-0C02-812F-8C53-0C1F3E69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42E22B-4662-DE5F-6236-7E2D433E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777123-B22E-9246-4E47-CD053021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52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13B2F-5806-BEEE-804C-1D3CBDCB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62DBCE-9FA0-9D42-4D93-C3815B08C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D5DC4D-3F7E-373B-43C8-D1FC3D50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E94198-5E87-EAD6-B434-CE61CA3D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9CC7A-4388-3CA7-1148-5F131534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4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A6C714-6482-96BD-7EAD-0CD892454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93DF95-ED87-5F35-7ADA-D792C3C7A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C5CEA5-E884-7F3C-B705-1837CEDAB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676C7F-5064-B9E8-43F6-3E842135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5669-070F-7EDF-FA36-C8E4CE75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7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CE976B-5FF4-62D4-BF1A-B0562BB2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38CF00-9982-13EC-B4DE-9C223BB67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811FE6-9B13-69E1-C67C-EBD70689F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66D8F-120E-43EB-8BE1-0C8A6129829E}" type="datetimeFigureOut">
              <a:rPr lang="ko-KR" altLang="en-US" smtClean="0"/>
              <a:t>2026. 5. 11.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E22C7E-E9F0-F0AF-3425-3F448219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81A6D-645B-9D81-1D91-6E7352DFB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50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sjin230.tistory.com/entry/Zeek-%EB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2.jpeg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CA84296-E7FD-E2D8-C6A8-2013C8977111}"/>
              </a:ext>
            </a:extLst>
          </p:cNvPr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9591" y="463859"/>
            <a:ext cx="5930282" cy="59302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40AC267-CE06-0051-26EE-99C3B0099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620" y="1747712"/>
            <a:ext cx="10102759" cy="1501554"/>
          </a:xfrm>
        </p:spPr>
        <p:txBody>
          <a:bodyPr>
            <a:normAutofit/>
          </a:bodyPr>
          <a:lstStyle/>
          <a:p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물리적 </a:t>
            </a:r>
            <a:r>
              <a:rPr lang="ko-KR" altLang="en-US" sz="3200" b="1" i="0" dirty="0" err="1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망분리</a:t>
            </a:r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 환경의 사이버보안 감시 운영 </a:t>
            </a:r>
            <a:br>
              <a:rPr lang="en-US" altLang="ko-KR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</a:br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효율화를</a:t>
            </a:r>
            <a:r>
              <a:rPr lang="en-US" altLang="ko-KR" sz="3200" b="1" dirty="0">
                <a:solidFill>
                  <a:srgbClr val="344854"/>
                </a:solidFill>
                <a:highlight>
                  <a:srgbClr val="FFFFFF"/>
                </a:highlight>
              </a:rPr>
              <a:t> </a:t>
            </a:r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위한 </a:t>
            </a:r>
            <a:r>
              <a:rPr lang="en-US" altLang="ko-KR" sz="3200" b="1" dirty="0" err="1">
                <a:solidFill>
                  <a:srgbClr val="344854"/>
                </a:solidFill>
                <a:highlight>
                  <a:srgbClr val="FFFFFF"/>
                </a:highlight>
              </a:rPr>
              <a:t>sLLM</a:t>
            </a:r>
            <a:r>
              <a:rPr lang="en-US" altLang="ko-KR" sz="3200" b="1" dirty="0">
                <a:solidFill>
                  <a:srgbClr val="344854"/>
                </a:solidFill>
                <a:highlight>
                  <a:srgbClr val="FFFFFF"/>
                </a:highlight>
              </a:rPr>
              <a:t> </a:t>
            </a:r>
            <a:r>
              <a:rPr lang="ko-KR" altLang="en-US" sz="3200" b="1" dirty="0">
                <a:solidFill>
                  <a:srgbClr val="344854"/>
                </a:solidFill>
                <a:highlight>
                  <a:srgbClr val="FFFFFF"/>
                </a:highlight>
              </a:rPr>
              <a:t>기반 쿼리 추천 시스템</a:t>
            </a:r>
            <a:endParaRPr lang="en-US" altLang="ko-KR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A14F1E-1383-BB48-CB58-43B5272C5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3371" y="5196920"/>
            <a:ext cx="1834118" cy="592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800" dirty="0">
                <a:latin typeface="Arial Nova"/>
                <a:ea typeface="맑은 고딕"/>
                <a:cs typeface="Calibri"/>
              </a:rPr>
              <a:t>AI </a:t>
            </a:r>
            <a:r>
              <a:rPr lang="ko-KR" altLang="en-US" sz="2800" dirty="0" err="1">
                <a:latin typeface="Arial Nova"/>
                <a:ea typeface="맑은 고딕"/>
                <a:cs typeface="Calibri"/>
              </a:rPr>
              <a:t>Vision</a:t>
            </a:r>
            <a:endParaRPr lang="ko-KR" altLang="en-US" sz="2800" dirty="0">
              <a:latin typeface="Arial Nova"/>
              <a:ea typeface="맑은 고딕"/>
              <a:cs typeface="Calibri"/>
            </a:endParaRPr>
          </a:p>
        </p:txBody>
      </p:sp>
      <p:pic>
        <p:nvPicPr>
          <p:cNvPr id="4" name="Picture 3" descr="경기대학교 로고">
            <a:extLst>
              <a:ext uri="{FF2B5EF4-FFF2-40B4-BE49-F238E27FC236}">
                <a16:creationId xmlns:a16="http://schemas.microsoft.com/office/drawing/2014/main" id="{B3E4EAEA-3256-B202-9D0B-813308124C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EC99CB-F954-A7E7-3655-A08501766A4A}"/>
              </a:ext>
            </a:extLst>
          </p:cNvPr>
          <p:cNvSpPr txBox="1"/>
          <p:nvPr/>
        </p:nvSpPr>
        <p:spPr>
          <a:xfrm>
            <a:off x="5413744" y="5821324"/>
            <a:ext cx="14619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발표자</a:t>
            </a:r>
            <a:r>
              <a:rPr lang="en-US" sz="1600" b="1" dirty="0">
                <a:ea typeface="맑은 고딕"/>
              </a:rPr>
              <a:t>:</a:t>
            </a:r>
            <a:r>
              <a:rPr lang="ko-KR" altLang="en-US" sz="1600" b="1" dirty="0">
                <a:ea typeface="맑은 고딕"/>
              </a:rPr>
              <a:t>이세훈</a:t>
            </a:r>
            <a:endParaRPr lang="en-US" sz="1600" b="1" dirty="0"/>
          </a:p>
        </p:txBody>
      </p:sp>
      <p:sp>
        <p:nvSpPr>
          <p:cNvPr id="7" name="Right Triangle 7">
            <a:extLst>
              <a:ext uri="{FF2B5EF4-FFF2-40B4-BE49-F238E27FC236}">
                <a16:creationId xmlns:a16="http://schemas.microsoft.com/office/drawing/2014/main" id="{76F0A290-FC0C-F957-8510-4EE4D121D3D6}"/>
              </a:ext>
            </a:extLst>
          </p:cNvPr>
          <p:cNvSpPr/>
          <p:nvPr/>
        </p:nvSpPr>
        <p:spPr>
          <a:xfrm rot="5400000">
            <a:off x="785090" y="-785091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7">
            <a:extLst>
              <a:ext uri="{FF2B5EF4-FFF2-40B4-BE49-F238E27FC236}">
                <a16:creationId xmlns:a16="http://schemas.microsoft.com/office/drawing/2014/main" id="{A426F092-355A-03DA-81D6-F41A7DE4305B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B374D58-7906-A725-B458-52DECDA92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019" y="946029"/>
            <a:ext cx="9177962" cy="5162604"/>
          </a:xfrm>
          <a:prstGeom prst="rect">
            <a:avLst/>
          </a:prstGeom>
        </p:spPr>
      </p:pic>
      <p:sp>
        <p:nvSpPr>
          <p:cNvPr id="10" name="Right Triangle 7">
            <a:extLst>
              <a:ext uri="{FF2B5EF4-FFF2-40B4-BE49-F238E27FC236}">
                <a16:creationId xmlns:a16="http://schemas.microsoft.com/office/drawing/2014/main" id="{5575741D-C82F-9BCF-5821-BCAE2B0E1308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BE828D-537B-BDCB-0044-6E1E125C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Introduction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C9C44E3B-0F24-5F1C-BA2B-93F160D82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54BDD524-6693-17C8-B5E4-106979BF98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F4BA6BAD-B349-0E35-16E7-64E3614A7F1C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EA172-24A6-CE8F-19FD-6F00B4451E5E}"/>
              </a:ext>
            </a:extLst>
          </p:cNvPr>
          <p:cNvSpPr txBox="1"/>
          <p:nvPr/>
        </p:nvSpPr>
        <p:spPr>
          <a:xfrm>
            <a:off x="1805152" y="6006662"/>
            <a:ext cx="8671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1. SPL</a:t>
            </a:r>
            <a:r>
              <a:rPr lang="ko-KR" altLang="en-US" dirty="0"/>
              <a:t>이 무엇인가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en-US" altLang="ko-KR" dirty="0" err="1"/>
              <a:t>sLLM</a:t>
            </a:r>
            <a:r>
              <a:rPr lang="ko-KR" altLang="en-US" dirty="0"/>
              <a:t>이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429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4C28-5EC9-18CC-A606-9AB2FCCE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PL_SPLUNK">
            <a:extLst>
              <a:ext uri="{FF2B5EF4-FFF2-40B4-BE49-F238E27FC236}">
                <a16:creationId xmlns:a16="http://schemas.microsoft.com/office/drawing/2014/main" id="{E4F34F60-5EE7-4F3A-CF96-68DEBF036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19" y="1277010"/>
            <a:ext cx="11086304" cy="535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Triangle 7">
            <a:extLst>
              <a:ext uri="{FF2B5EF4-FFF2-40B4-BE49-F238E27FC236}">
                <a16:creationId xmlns:a16="http://schemas.microsoft.com/office/drawing/2014/main" id="{D2CE1E2B-3D11-E8E6-3B5F-AA68BAE198C4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139177-2ED1-1159-BB05-DCA55D01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Introduction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0E53A3E1-0826-E9EF-BB38-957EB66FB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B21CD45D-18CE-0686-AB21-71389AD6EE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CF1F46F1-3162-877F-BB09-C6C0D78E0B7B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E1B56-B3C4-0623-3379-34F1DF733F7F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1. SPL</a:t>
            </a:r>
            <a:r>
              <a:rPr lang="ko-KR" altLang="en-US" sz="2800" dirty="0"/>
              <a:t>이 무엇인가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4455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918F-3224-8FE7-0D34-E187FD9D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60BEEA6C-6127-A486-76E5-045EA5F26A36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00E330-3395-B9AD-038A-D21F71D3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Introduction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3EB9DE7-351A-FCAC-E783-140E40874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4B5FA925-1854-A9EC-C676-1A2F67EC39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0B0271A9-628B-627D-D7B3-0DD115F1D297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7B029-7DE7-67BC-23A1-658108C1FAC2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2. </a:t>
            </a:r>
            <a:r>
              <a:rPr lang="en-US" altLang="ko-KR" sz="2800" dirty="0" err="1"/>
              <a:t>sLLM</a:t>
            </a:r>
            <a:r>
              <a:rPr lang="ko-KR" altLang="en-US" sz="2800" dirty="0"/>
              <a:t>이 무엇인가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pic>
        <p:nvPicPr>
          <p:cNvPr id="1030" name="Picture 6" descr="고개 드는 'AI 회의론'…sLLM 대안으로 지목 : 네이트 뉴스">
            <a:extLst>
              <a:ext uri="{FF2B5EF4-FFF2-40B4-BE49-F238E27FC236}">
                <a16:creationId xmlns:a16="http://schemas.microsoft.com/office/drawing/2014/main" id="{F96A649D-252C-7970-FDDF-3AEF1DEC8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08" y="1576475"/>
            <a:ext cx="10525125" cy="465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61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B0A2-D0EA-BA98-7C00-81B5F81F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769697BF-8DF7-3C6F-77AF-1881BBBE4C44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EBDB61-C289-EC80-DC97-691C4E74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Introduction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78386564-4884-F0CF-7175-C2D343D16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3ED08A88-42FA-EE0D-D32A-4AD2EDF9AD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DC65D39B-0FDE-D241-71B6-115698823CE9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CC60-F292-538D-9991-00AE5BEEDF78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3. </a:t>
            </a:r>
            <a:r>
              <a:rPr lang="ko-KR" altLang="en-US" sz="2800" dirty="0"/>
              <a:t>프로젝트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F29D53-9FD3-DE37-4070-77E829513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16" y="1604246"/>
            <a:ext cx="10568709" cy="4775792"/>
          </a:xfrm>
        </p:spPr>
        <p:txBody>
          <a:bodyPr>
            <a:normAutofit/>
          </a:bodyPr>
          <a:lstStyle/>
          <a:p>
            <a:r>
              <a:rPr lang="ko-KR" altLang="en-US" dirty="0"/>
              <a:t>보안 특화 </a:t>
            </a:r>
            <a:r>
              <a:rPr lang="en-US" altLang="ko-KR" dirty="0" err="1"/>
              <a:t>sLLM</a:t>
            </a:r>
            <a:r>
              <a:rPr lang="en-US" altLang="ko-KR" dirty="0"/>
              <a:t> </a:t>
            </a:r>
            <a:r>
              <a:rPr lang="ko-KR" altLang="en-US" dirty="0"/>
              <a:t>엔진 개발</a:t>
            </a:r>
            <a:endParaRPr lang="en-US" altLang="ko-KR" dirty="0"/>
          </a:p>
          <a:p>
            <a:pPr lvl="1"/>
            <a:r>
              <a:rPr lang="ko-KR" altLang="en-US" dirty="0"/>
              <a:t>모델 학습</a:t>
            </a:r>
            <a:r>
              <a:rPr lang="en-US" altLang="ko-KR" dirty="0"/>
              <a:t>(full fine-tuning, </a:t>
            </a:r>
            <a:r>
              <a:rPr lang="en-US" altLang="ko-KR" dirty="0" err="1"/>
              <a:t>LoRA</a:t>
            </a:r>
            <a:r>
              <a:rPr lang="en-US" altLang="ko-KR" dirty="0"/>
              <a:t>, </a:t>
            </a:r>
            <a:r>
              <a:rPr lang="en-US" altLang="ko-KR" dirty="0" err="1"/>
              <a:t>QLoRA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RAG </a:t>
            </a:r>
            <a:r>
              <a:rPr lang="ko-KR" altLang="en-US" dirty="0"/>
              <a:t>활용 등</a:t>
            </a:r>
            <a:endParaRPr lang="en-US" altLang="ko-KR" dirty="0"/>
          </a:p>
          <a:p>
            <a:pPr lvl="1"/>
            <a:r>
              <a:rPr lang="ko-KR" altLang="en-US" dirty="0"/>
              <a:t>실시간성 및 정량적 성능 목표 미정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예상하는 산출물</a:t>
            </a:r>
            <a:endParaRPr lang="en-US" altLang="ko-KR" dirty="0"/>
          </a:p>
          <a:p>
            <a:pPr lvl="1"/>
            <a:r>
              <a:rPr lang="ko-KR" altLang="en-US" dirty="0"/>
              <a:t>자연어</a:t>
            </a:r>
            <a:r>
              <a:rPr lang="en-US" altLang="ko-KR" dirty="0"/>
              <a:t>-SPL </a:t>
            </a:r>
            <a:r>
              <a:rPr lang="ko-KR" altLang="en-US" dirty="0"/>
              <a:t>변환 </a:t>
            </a:r>
            <a:r>
              <a:rPr lang="en-US" altLang="ko-KR" dirty="0" err="1"/>
              <a:t>sLLM</a:t>
            </a:r>
            <a:r>
              <a:rPr lang="en-US" altLang="ko-KR" dirty="0"/>
              <a:t> </a:t>
            </a:r>
            <a:r>
              <a:rPr lang="ko-KR" altLang="en-US" dirty="0"/>
              <a:t>모델 파일</a:t>
            </a:r>
            <a:r>
              <a:rPr lang="en-US" altLang="ko-KR" dirty="0"/>
              <a:t>(</a:t>
            </a:r>
            <a:r>
              <a:rPr lang="en-US" altLang="ko-KR" dirty="0" err="1"/>
              <a:t>safetensor</a:t>
            </a:r>
            <a:r>
              <a:rPr lang="en-US" altLang="ko-KR" dirty="0"/>
              <a:t>, </a:t>
            </a:r>
            <a:r>
              <a:rPr lang="en-US" altLang="ko-KR" dirty="0" err="1"/>
              <a:t>pth</a:t>
            </a:r>
            <a:r>
              <a:rPr lang="en-US" altLang="ko-KR" dirty="0"/>
              <a:t>, pt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군 실데이터 적용을 위한 </a:t>
            </a:r>
            <a:r>
              <a:rPr lang="ko-KR" altLang="en-US" dirty="0" err="1"/>
              <a:t>파인튜닝</a:t>
            </a:r>
            <a:r>
              <a:rPr lang="en-US" altLang="ko-KR" dirty="0"/>
              <a:t>, RAG</a:t>
            </a:r>
            <a:r>
              <a:rPr lang="ko-KR" altLang="en-US" dirty="0"/>
              <a:t> 매뉴얼 및 가이드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774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5575741D-C82F-9BCF-5821-BCAE2B0E1308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BE828D-537B-BDCB-0044-6E1E125C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C9C44E3B-0F24-5F1C-BA2B-93F160D82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54BDD524-6693-17C8-B5E4-106979BF98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F4BA6BAD-B349-0E35-16E7-64E3614A7F1C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781A-C4E6-0319-6E7F-28DBF52686F8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1. </a:t>
            </a:r>
            <a:r>
              <a:rPr lang="ko-KR" altLang="en-US" sz="2800" dirty="0"/>
              <a:t>데이터 분석 및 </a:t>
            </a:r>
            <a:r>
              <a:rPr lang="en-US" altLang="ko-KR" sz="2800" dirty="0"/>
              <a:t>Instruction-Query Pair </a:t>
            </a:r>
            <a:r>
              <a:rPr lang="ko-KR" altLang="en-US" sz="2800" dirty="0"/>
              <a:t>확보</a:t>
            </a:r>
          </a:p>
        </p:txBody>
      </p:sp>
      <p:pic>
        <p:nvPicPr>
          <p:cNvPr id="3074" name="Picture 2" descr="Network]Suricata 구축 및 파일 추출(File extraction)">
            <a:extLst>
              <a:ext uri="{FF2B5EF4-FFF2-40B4-BE49-F238E27FC236}">
                <a16:creationId xmlns:a16="http://schemas.microsoft.com/office/drawing/2014/main" id="{A72AED20-5568-7DCD-544B-3BF822C4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582" y="1954054"/>
            <a:ext cx="401002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-Rex Solutions, LLC Zero Trust Lift: Network Visibility and Analytics  Maturity using Zeek - T-Rex Solutions, LLC">
            <a:extLst>
              <a:ext uri="{FF2B5EF4-FFF2-40B4-BE49-F238E27FC236}">
                <a16:creationId xmlns:a16="http://schemas.microsoft.com/office/drawing/2014/main" id="{8D57FCFF-D275-AE08-7E54-2D35751C0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514" y="3431556"/>
            <a:ext cx="4348162" cy="188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plunk - Getting Started with Splunk Using BOTS v3 Dataset | BearlyChilly">
            <a:extLst>
              <a:ext uri="{FF2B5EF4-FFF2-40B4-BE49-F238E27FC236}">
                <a16:creationId xmlns:a16="http://schemas.microsoft.com/office/drawing/2014/main" id="{FBC95F7F-93C3-87F4-C656-97BE5E337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807" y="2525554"/>
            <a:ext cx="4010025" cy="225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824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FC051-4635-DCC0-6E97-D017952B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15BA0E1F-2504-5696-4FFA-37BDF52CCB60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D51E86-F6B2-8D13-85A4-C619E03B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82FAC757-A240-B5D2-DE6E-CECEA24D4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B5F65BD1-17B0-A4B6-9FBF-B183BDC2D1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7AF855C0-91D3-31CC-C167-448541CD8258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C21FC-B7D9-863E-A8C9-23AFE64F9C15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1. </a:t>
            </a:r>
            <a:r>
              <a:rPr lang="ko-KR" altLang="en-US" sz="2800" dirty="0"/>
              <a:t>데이터 분석 및 </a:t>
            </a:r>
            <a:r>
              <a:rPr lang="en-US" altLang="ko-KR" sz="2800" dirty="0"/>
              <a:t>Instruction-Query Pair </a:t>
            </a:r>
            <a:r>
              <a:rPr lang="ko-KR" altLang="en-US" sz="2800" dirty="0"/>
              <a:t>확보</a:t>
            </a:r>
          </a:p>
        </p:txBody>
      </p:sp>
      <p:pic>
        <p:nvPicPr>
          <p:cNvPr id="3074" name="Picture 2" descr="Network]Suricata 구축 및 파일 추출(File extraction)">
            <a:extLst>
              <a:ext uri="{FF2B5EF4-FFF2-40B4-BE49-F238E27FC236}">
                <a16:creationId xmlns:a16="http://schemas.microsoft.com/office/drawing/2014/main" id="{9BA7135E-8D66-2459-9097-722631B2F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62" y="2281311"/>
            <a:ext cx="401002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-Rex Solutions, LLC Zero Trust Lift: Network Visibility and Analytics  Maturity using Zeek - T-Rex Solutions, LLC">
            <a:extLst>
              <a:ext uri="{FF2B5EF4-FFF2-40B4-BE49-F238E27FC236}">
                <a16:creationId xmlns:a16="http://schemas.microsoft.com/office/drawing/2014/main" id="{F37A0846-68A6-8F8B-E122-B8CBB4D40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19" y="3932233"/>
            <a:ext cx="4348162" cy="188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7CE6BA-B94A-8344-0EF0-383C2FB9B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213" y="1667307"/>
            <a:ext cx="10568709" cy="4775792"/>
          </a:xfrm>
        </p:spPr>
        <p:txBody>
          <a:bodyPr>
            <a:normAutofit/>
          </a:bodyPr>
          <a:lstStyle/>
          <a:p>
            <a:r>
              <a:rPr lang="en-US" altLang="ko-KR" dirty="0"/>
              <a:t>Suricata, Zeek </a:t>
            </a:r>
            <a:r>
              <a:rPr lang="ko-KR" altLang="en-US" dirty="0"/>
              <a:t>엔진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Pc</a:t>
            </a:r>
            <a:r>
              <a:rPr lang="ko-KR" altLang="en-US" dirty="0"/>
              <a:t>에 설치 후 네트워크 카드를 모니터링해</a:t>
            </a:r>
            <a:br>
              <a:rPr lang="en-US" altLang="ko-KR" dirty="0"/>
            </a:br>
            <a:r>
              <a:rPr lang="ko-KR" altLang="en-US" dirty="0"/>
              <a:t>실시간 트래픽을 즉시 로그로 추출</a:t>
            </a:r>
            <a:endParaRPr lang="en-US" altLang="ko-KR" dirty="0"/>
          </a:p>
          <a:p>
            <a:pPr lvl="1"/>
            <a:r>
              <a:rPr lang="en-US" altLang="ko-KR" dirty="0"/>
              <a:t>Pc</a:t>
            </a:r>
            <a:r>
              <a:rPr lang="ko-KR" altLang="en-US" dirty="0"/>
              <a:t>에 설치 후 악성코드</a:t>
            </a:r>
            <a:r>
              <a:rPr lang="en-US" altLang="ko-KR" dirty="0"/>
              <a:t>, </a:t>
            </a:r>
            <a:r>
              <a:rPr lang="ko-KR" altLang="en-US" dirty="0"/>
              <a:t>공격</a:t>
            </a:r>
            <a:r>
              <a:rPr lang="en-US" altLang="ko-KR" dirty="0"/>
              <a:t>(.</a:t>
            </a:r>
            <a:r>
              <a:rPr lang="en-US" altLang="ko-KR" dirty="0" err="1"/>
              <a:t>pcap</a:t>
            </a:r>
            <a:r>
              <a:rPr lang="en-US" altLang="ko-KR" dirty="0"/>
              <a:t>) </a:t>
            </a:r>
            <a:r>
              <a:rPr lang="ko-KR" altLang="en-US" dirty="0"/>
              <a:t>트래픽</a:t>
            </a:r>
            <a:br>
              <a:rPr lang="en-US" altLang="ko-KR" dirty="0"/>
            </a:br>
            <a:r>
              <a:rPr lang="ko-KR" altLang="en-US" dirty="0"/>
              <a:t>파일을 입력해서 </a:t>
            </a:r>
            <a:r>
              <a:rPr lang="en-US" altLang="ko-KR" dirty="0"/>
              <a:t>JSON, TSV</a:t>
            </a:r>
            <a:r>
              <a:rPr lang="ko-KR" altLang="en-US" dirty="0"/>
              <a:t>로 로그 추출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ko-KR" dirty="0"/>
              <a:t>(</a:t>
            </a:r>
            <a:r>
              <a:rPr lang="en-US" altLang="ko-KR" dirty="0" err="1"/>
              <a:t>sudo</a:t>
            </a:r>
            <a:r>
              <a:rPr lang="en-US" altLang="ko-KR" dirty="0"/>
              <a:t>)apt-get install </a:t>
            </a:r>
            <a:r>
              <a:rPr lang="en-US" altLang="ko-KR" dirty="0" err="1"/>
              <a:t>suricata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ko-KR" dirty="0">
                <a:hlinkClick r:id="rId6"/>
              </a:rPr>
              <a:t>https://psjin230.tistory.com/entry/Zeek-%EB</a:t>
            </a:r>
            <a:br>
              <a:rPr lang="en-US" altLang="ko-KR" dirty="0"/>
            </a:br>
            <a:r>
              <a:rPr lang="en-US" altLang="ko-KR" dirty="0"/>
              <a:t>%B0%8F-SCP-%EC%84%A4%EC%B9%98-%</a:t>
            </a:r>
            <a:br>
              <a:rPr lang="en-US" altLang="ko-KR" dirty="0"/>
            </a:br>
            <a:r>
              <a:rPr lang="en-US" altLang="ko-KR" dirty="0"/>
              <a:t>EB%B0%8F-%EC%84%A4%EC%A0%95</a:t>
            </a:r>
          </a:p>
        </p:txBody>
      </p:sp>
    </p:spTree>
    <p:extLst>
      <p:ext uri="{BB962C8B-B14F-4D97-AF65-F5344CB8AC3E}">
        <p14:creationId xmlns:p14="http://schemas.microsoft.com/office/powerpoint/2010/main" val="661701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9C56-925C-7121-735E-4D027B40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BB6FEC7-B50C-1B2E-3554-6950BCCB9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9" y="4336187"/>
            <a:ext cx="3824650" cy="2027042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A6CE2D32-BFF5-7781-D641-3576B6A3E3C3}"/>
              </a:ext>
            </a:extLst>
          </p:cNvPr>
          <p:cNvSpPr/>
          <p:nvPr/>
        </p:nvSpPr>
        <p:spPr>
          <a:xfrm>
            <a:off x="3767959" y="3704897"/>
            <a:ext cx="8292663" cy="30663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ight Triangle 7">
            <a:extLst>
              <a:ext uri="{FF2B5EF4-FFF2-40B4-BE49-F238E27FC236}">
                <a16:creationId xmlns:a16="http://schemas.microsoft.com/office/drawing/2014/main" id="{83BC36CF-9009-527E-32C0-5E32320D117F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804A6E-913D-C608-0EC0-8FEBA798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E2F9D2A-F930-F2E4-A0FE-0D4075F21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69C92307-1301-CDCA-2788-4DB27DE5E6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D6303747-EEC6-AAD9-F703-D1229FDE773E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600BE-CB54-E2B7-8B28-C40B07BA8066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1. </a:t>
            </a:r>
            <a:r>
              <a:rPr lang="ko-KR" altLang="en-US" sz="2800" dirty="0"/>
              <a:t>데이터 분석 및 </a:t>
            </a:r>
            <a:r>
              <a:rPr lang="en-US" altLang="ko-KR" sz="2800" dirty="0"/>
              <a:t>Instruction-Query Pair </a:t>
            </a:r>
            <a:r>
              <a:rPr lang="ko-KR" altLang="en-US" sz="2800" dirty="0"/>
              <a:t>확보</a:t>
            </a:r>
          </a:p>
        </p:txBody>
      </p:sp>
      <p:pic>
        <p:nvPicPr>
          <p:cNvPr id="3078" name="Picture 6" descr="Splunk - Getting Started with Splunk Using BOTS v3 Dataset | BearlyChilly">
            <a:extLst>
              <a:ext uri="{FF2B5EF4-FFF2-40B4-BE49-F238E27FC236}">
                <a16:creationId xmlns:a16="http://schemas.microsoft.com/office/drawing/2014/main" id="{CFCE837B-FC2C-1740-3FBA-72B54CFDD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88" y="1656162"/>
            <a:ext cx="4010025" cy="225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F6D9C8-81B3-F7CB-0603-DAFEED9B47E8}"/>
              </a:ext>
            </a:extLst>
          </p:cNvPr>
          <p:cNvSpPr txBox="1"/>
          <p:nvPr/>
        </p:nvSpPr>
        <p:spPr>
          <a:xfrm>
            <a:off x="573929" y="3939328"/>
            <a:ext cx="6105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https://github.com/splunk/botsv3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0641C65F-F21D-6C4B-4B32-192B9C0E5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180" y="1450888"/>
            <a:ext cx="7489442" cy="1253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/>
              <a:t>{"name":"interace_addr_mac","hostIdentifier":"BSTOLL-L","calendarTime":"Mon </a:t>
            </a:r>
            <a:br>
              <a:rPr lang="en-US" altLang="ko-KR" sz="1600" dirty="0"/>
            </a:br>
            <a:r>
              <a:rPr lang="en-US" altLang="ko-KR" sz="1600" dirty="0"/>
              <a:t>Aug 20 06:28:02 2018  UTC","unixTime":1534746482,"epoch":0,"counter":261,</a:t>
            </a:r>
            <a:br>
              <a:rPr lang="en-US" altLang="ko-KR" sz="1600" dirty="0"/>
            </a:br>
            <a:r>
              <a:rPr lang="en-US" altLang="ko-KR" sz="1600" dirty="0"/>
              <a:t>"decorations":{"host_uuid":"A1A94D56-2205-766E-E3B6 7D03D2B8445E",</a:t>
            </a:r>
            <a:br>
              <a:rPr lang="en-US" altLang="ko-KR" sz="1600" dirty="0"/>
            </a:br>
            <a:r>
              <a:rPr lang="en-US" altLang="ko-KR" sz="1600" dirty="0"/>
              <a:t>"username":"BudStoll"},"columns":{"address":"192.168.8.116","mac":</a:t>
            </a:r>
            <a:br>
              <a:rPr lang="en-US" altLang="ko-KR" sz="1600" dirty="0"/>
            </a:br>
            <a:r>
              <a:rPr lang="en-US" altLang="ko-KR" sz="1600" dirty="0"/>
              <a:t>"00:05:9a:3c:7a:00","mask":"255.255.255.0"},"</a:t>
            </a:r>
            <a:r>
              <a:rPr lang="en-US" altLang="ko-KR" sz="1600" dirty="0" err="1"/>
              <a:t>action":"removed</a:t>
            </a:r>
            <a:r>
              <a:rPr lang="en-US" altLang="ko-KR" sz="1600" dirty="0"/>
              <a:t>"}</a:t>
            </a:r>
            <a:endParaRPr lang="en-US" altLang="ko-KR" sz="105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B942381-742C-7480-4F65-739AB4E81E54}"/>
              </a:ext>
            </a:extLst>
          </p:cNvPr>
          <p:cNvCxnSpPr>
            <a:cxnSpLocks/>
          </p:cNvCxnSpPr>
          <p:nvPr/>
        </p:nvCxnSpPr>
        <p:spPr>
          <a:xfrm>
            <a:off x="8205952" y="2642091"/>
            <a:ext cx="0" cy="4321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C0B55E9-E1B2-F153-FFE8-607430ED5037}"/>
              </a:ext>
            </a:extLst>
          </p:cNvPr>
          <p:cNvSpPr txBox="1">
            <a:spLocks/>
          </p:cNvSpPr>
          <p:nvPr/>
        </p:nvSpPr>
        <p:spPr>
          <a:xfrm>
            <a:off x="4571180" y="3074276"/>
            <a:ext cx="7489442" cy="1253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b="1" dirty="0"/>
              <a:t>로그의 의미</a:t>
            </a:r>
            <a:r>
              <a:rPr lang="en-US" altLang="ko-KR" sz="1600" b="1" dirty="0"/>
              <a:t>: </a:t>
            </a:r>
            <a:r>
              <a:rPr lang="en-US" altLang="ko-KR" sz="1600" dirty="0"/>
              <a:t>BSTOLL-L </a:t>
            </a:r>
            <a:r>
              <a:rPr lang="ko-KR" altLang="en-US" sz="1600" dirty="0"/>
              <a:t>호스트에서 </a:t>
            </a:r>
            <a:r>
              <a:rPr lang="en-US" altLang="ko-KR" sz="1600" dirty="0" err="1"/>
              <a:t>BudStoll</a:t>
            </a:r>
            <a:r>
              <a:rPr lang="en-US" altLang="ko-KR" sz="1600" dirty="0"/>
              <a:t> </a:t>
            </a:r>
            <a:r>
              <a:rPr lang="ko-KR" altLang="en-US" sz="1600" dirty="0"/>
              <a:t>사용자가 사용하던 특정 네트워크 인터페이스</a:t>
            </a:r>
            <a:r>
              <a:rPr lang="en-US" altLang="ko-KR" sz="1600" dirty="0"/>
              <a:t>(IP:192.168.8.116, MAC:00:05:9a:3c:7a:00)</a:t>
            </a:r>
            <a:r>
              <a:rPr lang="ko-KR" altLang="en-US" sz="1600" dirty="0"/>
              <a:t> 가 제거</a:t>
            </a:r>
            <a:r>
              <a:rPr lang="en-US" altLang="ko-KR" sz="1600" dirty="0"/>
              <a:t>(action: removed)</a:t>
            </a:r>
            <a:r>
              <a:rPr lang="ko-KR" altLang="en-US" sz="1600" dirty="0"/>
              <a:t>되었음을 나타내는 보안 이벤트</a:t>
            </a:r>
            <a:endParaRPr lang="en-US" altLang="ko-KR" sz="16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C606810-A0B4-E9FC-A677-28A615BD4D53}"/>
              </a:ext>
            </a:extLst>
          </p:cNvPr>
          <p:cNvCxnSpPr/>
          <p:nvPr/>
        </p:nvCxnSpPr>
        <p:spPr>
          <a:xfrm>
            <a:off x="8315901" y="5402091"/>
            <a:ext cx="0" cy="55179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5818290B-606A-48B6-B391-067CEBAEBB0D}"/>
              </a:ext>
            </a:extLst>
          </p:cNvPr>
          <p:cNvSpPr txBox="1">
            <a:spLocks/>
          </p:cNvSpPr>
          <p:nvPr/>
        </p:nvSpPr>
        <p:spPr>
          <a:xfrm>
            <a:off x="4571180" y="4079135"/>
            <a:ext cx="7489442" cy="13819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400" b="1" dirty="0"/>
              <a:t>입력</a:t>
            </a:r>
            <a:r>
              <a:rPr lang="en-US" altLang="ko-KR" sz="1400" b="1" dirty="0"/>
              <a:t>(Instruction)</a:t>
            </a:r>
            <a:r>
              <a:rPr lang="en-US" altLang="ko-KR" sz="1400" dirty="0"/>
              <a:t>: "</a:t>
            </a:r>
            <a:r>
              <a:rPr lang="ko-KR" altLang="en-US" sz="1400" dirty="0"/>
              <a:t>호스트 </a:t>
            </a:r>
            <a:r>
              <a:rPr lang="en-US" altLang="ko-KR" sz="1400" dirty="0"/>
              <a:t>BSTOLL-L</a:t>
            </a:r>
            <a:r>
              <a:rPr lang="ko-KR" altLang="en-US" sz="1400" dirty="0"/>
              <a:t>에서 제거된 네트워크 인터페이스의 </a:t>
            </a:r>
            <a:r>
              <a:rPr lang="en-US" altLang="ko-KR" sz="1400" dirty="0"/>
              <a:t>IP </a:t>
            </a:r>
            <a:r>
              <a:rPr lang="ko-KR" altLang="en-US" sz="1400" dirty="0"/>
              <a:t>주소와 </a:t>
            </a:r>
            <a:r>
              <a:rPr lang="en-US" altLang="ko-KR" sz="1400" dirty="0"/>
              <a:t>MAC </a:t>
            </a:r>
            <a:r>
              <a:rPr lang="ko-KR" altLang="en-US" sz="1400" dirty="0"/>
              <a:t>주소를 찾아줘</a:t>
            </a:r>
            <a:r>
              <a:rPr lang="en-US" altLang="ko-KR" sz="1400" dirty="0"/>
              <a:t>.“</a:t>
            </a:r>
          </a:p>
          <a:p>
            <a:pPr marL="0" indent="0">
              <a:buNone/>
            </a:pPr>
            <a:r>
              <a:rPr lang="ko-KR" altLang="en-US" sz="1400" b="1" dirty="0"/>
              <a:t>질문 변형 </a:t>
            </a:r>
            <a:r>
              <a:rPr lang="en-US" altLang="ko-KR" sz="1400" b="1" dirty="0"/>
              <a:t>1 (</a:t>
            </a:r>
            <a:r>
              <a:rPr lang="ko-KR" altLang="en-US" sz="1400" b="1" dirty="0"/>
              <a:t>직설적</a:t>
            </a:r>
            <a:r>
              <a:rPr lang="en-US" altLang="ko-KR" sz="1400" b="1" dirty="0"/>
              <a:t>): </a:t>
            </a:r>
            <a:r>
              <a:rPr lang="en-US" altLang="ko-KR" sz="1400" dirty="0"/>
              <a:t>"BSTOLL-L </a:t>
            </a:r>
            <a:r>
              <a:rPr lang="ko-KR" altLang="en-US" sz="1400" dirty="0"/>
              <a:t>호스트에서 삭제된 인터페이스의 주소 정보 </a:t>
            </a:r>
            <a:r>
              <a:rPr lang="ko-KR" altLang="en-US" sz="1400" dirty="0" err="1"/>
              <a:t>리스트업해줘</a:t>
            </a:r>
            <a:r>
              <a:rPr lang="en-US" altLang="ko-KR" sz="1400" dirty="0"/>
              <a:t>."</a:t>
            </a:r>
          </a:p>
          <a:p>
            <a:pPr marL="0" indent="0">
              <a:buNone/>
            </a:pPr>
            <a:r>
              <a:rPr lang="ko-KR" altLang="en-US" sz="1400" b="1" dirty="0"/>
              <a:t>질문 변형 </a:t>
            </a:r>
            <a:r>
              <a:rPr lang="en-US" altLang="ko-KR" sz="1400" b="1" dirty="0"/>
              <a:t>2 (</a:t>
            </a:r>
            <a:r>
              <a:rPr lang="ko-KR" altLang="en-US" sz="1400" b="1" dirty="0"/>
              <a:t>상황 중심</a:t>
            </a:r>
            <a:r>
              <a:rPr lang="en-US" altLang="ko-KR" sz="1400" b="1" dirty="0"/>
              <a:t>): </a:t>
            </a:r>
            <a:r>
              <a:rPr lang="en-US" altLang="ko-KR" sz="1400" dirty="0"/>
              <a:t>"BSTOLL-L</a:t>
            </a:r>
            <a:r>
              <a:rPr lang="ko-KR" altLang="en-US" sz="1400" dirty="0"/>
              <a:t>에서 삭제된 거 </a:t>
            </a:r>
            <a:r>
              <a:rPr lang="en-US" altLang="ko-KR" sz="1400" dirty="0"/>
              <a:t>IP</a:t>
            </a:r>
            <a:r>
              <a:rPr lang="ko-KR" altLang="en-US" sz="1400" dirty="0"/>
              <a:t>랑 맥주소만 표로 뽑아줘</a:t>
            </a:r>
            <a:r>
              <a:rPr lang="en-US" altLang="ko-KR" sz="1400" dirty="0"/>
              <a:t>." </a:t>
            </a:r>
          </a:p>
          <a:p>
            <a:pPr marL="0" indent="0">
              <a:buNone/>
            </a:pPr>
            <a:r>
              <a:rPr lang="ko-KR" altLang="en-US" sz="1400" b="1" dirty="0"/>
              <a:t>질문 변형 </a:t>
            </a:r>
            <a:r>
              <a:rPr lang="en-US" altLang="ko-KR" sz="1400" b="1" dirty="0"/>
              <a:t>3 (</a:t>
            </a:r>
            <a:r>
              <a:rPr lang="ko-KR" altLang="en-US" sz="1400" b="1" dirty="0"/>
              <a:t>간결형</a:t>
            </a:r>
            <a:r>
              <a:rPr lang="en-US" altLang="ko-KR" sz="1400" b="1" dirty="0"/>
              <a:t>): </a:t>
            </a:r>
            <a:r>
              <a:rPr lang="en-US" altLang="ko-KR" sz="1400" dirty="0"/>
              <a:t>"BSTOLL-L </a:t>
            </a:r>
            <a:r>
              <a:rPr lang="ko-KR" altLang="en-US" sz="1400" dirty="0"/>
              <a:t>장비에서 지워진 네트워크 정보 좀 찾아봐</a:t>
            </a:r>
            <a:r>
              <a:rPr lang="en-US" altLang="ko-KR" sz="1400" dirty="0"/>
              <a:t>."</a:t>
            </a:r>
            <a:endParaRPr lang="ko-KR" altLang="en-US" sz="1400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37B307E-217E-4F88-F640-AD2666989BA0}"/>
              </a:ext>
            </a:extLst>
          </p:cNvPr>
          <p:cNvSpPr txBox="1">
            <a:spLocks/>
          </p:cNvSpPr>
          <p:nvPr/>
        </p:nvSpPr>
        <p:spPr>
          <a:xfrm>
            <a:off x="4571180" y="5988654"/>
            <a:ext cx="7489442" cy="5517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1" dirty="0"/>
              <a:t>출력</a:t>
            </a:r>
            <a:r>
              <a:rPr lang="en-US" altLang="ko-KR" sz="1800" b="1" dirty="0"/>
              <a:t>(Query)</a:t>
            </a:r>
            <a:r>
              <a:rPr lang="en-US" altLang="ko-KR" sz="1800" dirty="0"/>
              <a:t>: index=botsv3 host="BSTOLL-L" name=</a:t>
            </a:r>
            <a:br>
              <a:rPr lang="en-US" altLang="ko-KR" sz="1800" dirty="0"/>
            </a:br>
            <a:r>
              <a:rPr lang="en-US" altLang="ko-KR" sz="1800" dirty="0"/>
              <a:t>"</a:t>
            </a:r>
            <a:r>
              <a:rPr lang="en-US" altLang="ko-KR" sz="1800" dirty="0" err="1"/>
              <a:t>interace_addr_mac</a:t>
            </a:r>
            <a:r>
              <a:rPr lang="en-US" altLang="ko-KR" sz="1800" dirty="0"/>
              <a:t>" action="removed" | table address, mac 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D4A60F4-4E8F-BBEC-F6ED-E47A1ED8B72F}"/>
              </a:ext>
            </a:extLst>
          </p:cNvPr>
          <p:cNvCxnSpPr/>
          <p:nvPr/>
        </p:nvCxnSpPr>
        <p:spPr>
          <a:xfrm>
            <a:off x="4658710" y="3911801"/>
            <a:ext cx="72098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91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EE3E-0275-623A-7FFC-D12EF767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2457605B-24C5-A7FE-3E77-1B7CF6048631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5D5727-381A-A0F9-AC90-6F1D1089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2320301F-C5E4-0B15-9D94-7FAD456672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E22ED9B5-0353-B555-3A85-8F37CB6C01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B49C90C4-E160-D5B5-B852-8D5A586B5F19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901AB-26B4-7400-02AB-36018D7AA831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2. </a:t>
            </a:r>
            <a:r>
              <a:rPr lang="ko-KR" altLang="en-US" sz="2800" dirty="0"/>
              <a:t>최적 모델 선정 및 </a:t>
            </a:r>
            <a:r>
              <a:rPr lang="en-US" altLang="ko-KR" sz="2800" dirty="0"/>
              <a:t>Instruction-tuning</a:t>
            </a:r>
            <a:endParaRPr lang="ko-KR" altLang="en-US" sz="28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8C9B8CA-4EE0-2FB8-6313-79D0CB7AE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386439"/>
              </p:ext>
            </p:extLst>
          </p:nvPr>
        </p:nvGraphicFramePr>
        <p:xfrm>
          <a:off x="691103" y="1763977"/>
          <a:ext cx="10797536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6883">
                  <a:extLst>
                    <a:ext uri="{9D8B030D-6E8A-4147-A177-3AD203B41FA5}">
                      <a16:colId xmlns:a16="http://schemas.microsoft.com/office/drawing/2014/main" val="25063226"/>
                    </a:ext>
                  </a:extLst>
                </a:gridCol>
                <a:gridCol w="2088931">
                  <a:extLst>
                    <a:ext uri="{9D8B030D-6E8A-4147-A177-3AD203B41FA5}">
                      <a16:colId xmlns:a16="http://schemas.microsoft.com/office/drawing/2014/main" val="215450925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829372637"/>
                    </a:ext>
                  </a:extLst>
                </a:gridCol>
                <a:gridCol w="3495522">
                  <a:extLst>
                    <a:ext uri="{9D8B030D-6E8A-4147-A177-3AD203B41FA5}">
                      <a16:colId xmlns:a16="http://schemas.microsoft.com/office/drawing/2014/main" val="165509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모델 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추천 사유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33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Meta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Llama-3-8B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최신 </a:t>
                      </a:r>
                      <a:r>
                        <a:rPr lang="en-US" altLang="ko-KR" dirty="0"/>
                        <a:t>SOTA </a:t>
                      </a:r>
                      <a:r>
                        <a:rPr lang="ko-KR" altLang="en-US" dirty="0"/>
                        <a:t>모델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높은 추론 능력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글로벌 표준 베이스라인 모델로 필수 포함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67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Mistral AI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Mistral-7B-v0.3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효율적인 </a:t>
                      </a:r>
                      <a:r>
                        <a:rPr lang="ko-KR" altLang="en-US" dirty="0" err="1"/>
                        <a:t>어텐션</a:t>
                      </a:r>
                      <a:r>
                        <a:rPr lang="ko-KR" altLang="en-US" dirty="0"/>
                        <a:t> 기법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긴 문맥 이해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보안 로그와 같은 긴 텍스트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처리에 강점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731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Google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Gemma-4-9B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최신 아키텍처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한국어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영어 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구글의 최신 경량 </a:t>
                      </a:r>
                      <a:r>
                        <a:rPr lang="ko-KR" altLang="en-US" dirty="0" err="1"/>
                        <a:t>모델로서의</a:t>
                      </a:r>
                      <a:r>
                        <a:rPr lang="ko-KR" altLang="en-US" dirty="0"/>
                        <a:t>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상징성 및 성능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745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Upstage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Solar-10.7B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한국어 특화 및 레이어 확장 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필요 시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한국어 지시어 이해도 극대화를 위해 고려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22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LG </a:t>
                      </a:r>
                      <a:r>
                        <a:rPr lang="ko-KR" altLang="en-US" dirty="0"/>
                        <a:t>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EXAONE-3.5_7,8B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이세훈 체감 </a:t>
                      </a:r>
                      <a:r>
                        <a:rPr lang="ko-KR" altLang="en-US" dirty="0" err="1"/>
                        <a:t>똑똑햇음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이세훈 체감 </a:t>
                      </a:r>
                      <a:r>
                        <a:rPr lang="ko-KR" altLang="en-US" dirty="0" err="1"/>
                        <a:t>똑똑햇음</a:t>
                      </a:r>
                      <a:r>
                        <a:rPr lang="en-US" altLang="ko-KR" dirty="0"/>
                        <a:t>222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887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A012E6-374C-B755-09BD-545576EE49D8}"/>
              </a:ext>
            </a:extLst>
          </p:cNvPr>
          <p:cNvSpPr txBox="1"/>
          <p:nvPr/>
        </p:nvSpPr>
        <p:spPr>
          <a:xfrm>
            <a:off x="1754354" y="5439103"/>
            <a:ext cx="8671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RTX 5090 32GB VRAM </a:t>
            </a:r>
            <a:r>
              <a:rPr lang="ko-KR" altLang="en-US" dirty="0"/>
              <a:t>내에서 작동 가능한 </a:t>
            </a:r>
            <a:r>
              <a:rPr lang="en-US" altLang="ko-KR" dirty="0"/>
              <a:t>LLM </a:t>
            </a:r>
            <a:r>
              <a:rPr lang="ko-KR" altLang="en-US" dirty="0"/>
              <a:t>모델 테스트로</a:t>
            </a:r>
            <a:br>
              <a:rPr lang="en-US" altLang="ko-KR" dirty="0"/>
            </a:br>
            <a:r>
              <a:rPr lang="ko-KR" altLang="en-US" dirty="0"/>
              <a:t>최적 모델 선정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노가다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82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2273-C3A6-979C-9087-D0648DE8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DB7C9537-46DE-2113-7BCE-436653842110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5507FE-D7A2-052C-28D7-B8CA8B49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530F7514-7EB2-1CC3-D68F-C2D27AB27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EC4EAB83-8152-690A-03DB-72B296E705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3F3E31BB-D81C-E953-E98B-13D86542261F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32165-39C4-6FC6-5095-F7941AADFE3C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2. </a:t>
            </a:r>
            <a:r>
              <a:rPr lang="ko-KR" altLang="en-US" sz="2800" dirty="0"/>
              <a:t>최적 모델 선정 및 </a:t>
            </a:r>
            <a:r>
              <a:rPr lang="en-US" altLang="ko-KR" sz="2800" dirty="0"/>
              <a:t>Instruction-tuning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37ECB-D7CB-CA6F-FB93-4519A7B2E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22" y="1424507"/>
            <a:ext cx="11042270" cy="477579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학습 단계 및 데이터 성격에 따른 분류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1200" dirty="0"/>
              <a:t>&lt;</a:t>
            </a:r>
            <a:r>
              <a:rPr lang="ko-KR" altLang="en-US" sz="1200" dirty="0"/>
              <a:t>모델이 지식을 습득하고 </a:t>
            </a:r>
            <a:r>
              <a:rPr lang="en-US" altLang="ko-KR" sz="1200" dirty="0"/>
              <a:t>'</a:t>
            </a:r>
            <a:r>
              <a:rPr lang="ko-KR" altLang="en-US" sz="1200" dirty="0"/>
              <a:t>말투</a:t>
            </a:r>
            <a:r>
              <a:rPr lang="en-US" altLang="ko-KR" sz="1200" dirty="0"/>
              <a:t>'</a:t>
            </a:r>
            <a:r>
              <a:rPr lang="ko-KR" altLang="en-US" sz="1200" dirty="0"/>
              <a:t>나 </a:t>
            </a:r>
            <a:r>
              <a:rPr lang="en-US" altLang="ko-KR" sz="1200" dirty="0"/>
              <a:t>'</a:t>
            </a:r>
            <a:r>
              <a:rPr lang="ko-KR" altLang="en-US" sz="1200" dirty="0"/>
              <a:t>태스크</a:t>
            </a:r>
            <a:r>
              <a:rPr lang="en-US" altLang="ko-KR" sz="1200" dirty="0"/>
              <a:t>'</a:t>
            </a:r>
            <a:r>
              <a:rPr lang="ko-KR" altLang="en-US" sz="1200" dirty="0"/>
              <a:t>를 배우는 </a:t>
            </a:r>
            <a:r>
              <a:rPr lang="ko-KR" altLang="en-US" sz="1200" b="1" dirty="0"/>
              <a:t>절차</a:t>
            </a:r>
            <a:r>
              <a:rPr lang="ko-KR" altLang="en-US" sz="1200" dirty="0"/>
              <a:t>에 대한 구분</a:t>
            </a:r>
            <a:r>
              <a:rPr lang="en-US" altLang="ko-KR" sz="1200" dirty="0"/>
              <a:t>&gt;</a:t>
            </a:r>
          </a:p>
          <a:p>
            <a:pPr lvl="1"/>
            <a:r>
              <a:rPr lang="en-US" altLang="ko-KR" sz="2000" dirty="0"/>
              <a:t>SFT (Supervised Fine-Tuning, </a:t>
            </a:r>
            <a:r>
              <a:rPr lang="ko-KR" altLang="en-US" sz="2000" dirty="0"/>
              <a:t>지도 미세 조정</a:t>
            </a:r>
            <a:r>
              <a:rPr lang="en-US" altLang="ko-KR" sz="2000" dirty="0"/>
              <a:t>)</a:t>
            </a:r>
          </a:p>
          <a:p>
            <a:pPr lvl="2"/>
            <a:r>
              <a:rPr lang="ko-KR" altLang="en-US" sz="1800" b="1" dirty="0"/>
              <a:t>개념</a:t>
            </a:r>
            <a:r>
              <a:rPr lang="en-US" altLang="ko-KR" sz="1800" dirty="0"/>
              <a:t>: </a:t>
            </a:r>
            <a:r>
              <a:rPr lang="ko-KR" altLang="en-US" sz="1800" dirty="0"/>
              <a:t>정답이 있는 데이터셋을 교과서처럼 주고 그대로 배우게 하는 방식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1"/>
            <a:r>
              <a:rPr lang="en-US" altLang="ko-KR" sz="2000" dirty="0"/>
              <a:t>RLHF (Reinforcement Learning from Human Feedback, </a:t>
            </a:r>
            <a:r>
              <a:rPr lang="ko-KR" altLang="en-US" sz="2000" dirty="0"/>
              <a:t>강화학습 피드백</a:t>
            </a:r>
            <a:r>
              <a:rPr lang="en-US" altLang="ko-KR" sz="2000" dirty="0"/>
              <a:t>)</a:t>
            </a:r>
          </a:p>
          <a:p>
            <a:pPr lvl="2"/>
            <a:r>
              <a:rPr lang="ko-KR" altLang="en-US" sz="1800" b="1" dirty="0"/>
              <a:t>개념</a:t>
            </a:r>
            <a:r>
              <a:rPr lang="en-US" altLang="ko-KR" sz="1800" dirty="0"/>
              <a:t>: </a:t>
            </a:r>
            <a:r>
              <a:rPr lang="ko-KR" altLang="en-US" sz="1800" dirty="0"/>
              <a:t>모델이 내놓은 여러 답변 중 사람이 </a:t>
            </a:r>
            <a:r>
              <a:rPr lang="en-US" altLang="ko-KR" sz="1800" dirty="0"/>
              <a:t>"</a:t>
            </a:r>
            <a:r>
              <a:rPr lang="ko-KR" altLang="en-US" sz="1800" dirty="0"/>
              <a:t>이게 더 정확해</a:t>
            </a:r>
            <a:r>
              <a:rPr lang="en-US" altLang="ko-KR" sz="1800" dirty="0"/>
              <a:t>"</a:t>
            </a:r>
            <a:r>
              <a:rPr lang="ko-KR" altLang="en-US" sz="1800" dirty="0"/>
              <a:t>라고 순위를 매기면</a:t>
            </a:r>
            <a:r>
              <a:rPr lang="en-US" altLang="ko-KR" sz="1800" dirty="0"/>
              <a:t>, </a:t>
            </a:r>
            <a:r>
              <a:rPr lang="ko-KR" altLang="en-US" sz="1800" dirty="0"/>
              <a:t>그 보상을 바탕으로 모델이 스스로 최적화하는 방식</a:t>
            </a:r>
            <a:endParaRPr lang="en-US" altLang="ko-KR" sz="1800" dirty="0"/>
          </a:p>
        </p:txBody>
      </p:sp>
      <p:pic>
        <p:nvPicPr>
          <p:cNvPr id="7170" name="Picture 2" descr="🎯지도 파인튜닝(SFT) vs RLHF 비교 | ChatGPT는 어떻게 만들어졌나– Module 1. Week 1. Lesson 3.">
            <a:extLst>
              <a:ext uri="{FF2B5EF4-FFF2-40B4-BE49-F238E27FC236}">
                <a16:creationId xmlns:a16="http://schemas.microsoft.com/office/drawing/2014/main" id="{D36D111C-5A50-A23B-25AF-C7385B79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817" y="4044650"/>
            <a:ext cx="4938108" cy="277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78644B-1B08-C759-196E-CF92B5879348}"/>
              </a:ext>
            </a:extLst>
          </p:cNvPr>
          <p:cNvSpPr txBox="1"/>
          <p:nvPr/>
        </p:nvSpPr>
        <p:spPr>
          <a:xfrm>
            <a:off x="9854734" y="4417830"/>
            <a:ext cx="776012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SFT</a:t>
            </a:r>
            <a:br>
              <a:rPr lang="en-US" altLang="ko-KR" dirty="0"/>
            </a:br>
            <a:r>
              <a:rPr lang="en-US" altLang="ko-KR" dirty="0"/>
              <a:t>RLHF</a:t>
            </a:r>
            <a:br>
              <a:rPr lang="en-US" altLang="ko-KR" dirty="0"/>
            </a:br>
            <a:r>
              <a:rPr lang="en-US" altLang="ko-KR" dirty="0"/>
              <a:t>DPO</a:t>
            </a:r>
            <a:br>
              <a:rPr lang="en-US" altLang="ko-KR" dirty="0"/>
            </a:br>
            <a:r>
              <a:rPr lang="en-US" altLang="ko-KR" dirty="0"/>
              <a:t>PPO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89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7BB1-17E7-9219-73A5-8586E2DC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26D9D4D8-7BBB-5E7B-D551-411FA66F5421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F1F65CB-1EDF-3061-7A94-D070A012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126F1BC8-3C87-9457-D016-1AFED0CD9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C8AD1F8B-1CFA-C8E6-B680-1956B23058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2F013C9F-0F23-21DE-BE3D-D43E5694EBE2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DCA8-9AE4-1844-6774-0B362E1A0B88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2. </a:t>
            </a:r>
            <a:r>
              <a:rPr lang="ko-KR" altLang="en-US" sz="2800" dirty="0"/>
              <a:t>최적 모델 선정 및 </a:t>
            </a:r>
            <a:r>
              <a:rPr lang="en-US" altLang="ko-KR" sz="2800" dirty="0"/>
              <a:t>Instruction-tuning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04C28-AD93-E259-14E1-5475105BE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22" y="1364329"/>
            <a:ext cx="11042270" cy="477579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학습 효율 및 자원에 따른 분류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1200" dirty="0"/>
              <a:t>&lt;</a:t>
            </a:r>
            <a:r>
              <a:rPr lang="ko-KR" altLang="en-US" sz="1200" dirty="0"/>
              <a:t>모델의 가중치</a:t>
            </a:r>
            <a:r>
              <a:rPr lang="en-US" altLang="ko-KR" sz="1200" dirty="0"/>
              <a:t>(Weight)</a:t>
            </a:r>
            <a:r>
              <a:rPr lang="ko-KR" altLang="en-US" sz="1200" dirty="0"/>
              <a:t>를 얼마나</a:t>
            </a:r>
            <a:r>
              <a:rPr lang="en-US" altLang="ko-KR" sz="1200" dirty="0"/>
              <a:t>, </a:t>
            </a:r>
            <a:r>
              <a:rPr lang="ko-KR" altLang="en-US" sz="1200" dirty="0"/>
              <a:t>어떻게 건드릴 것인가에 대한 </a:t>
            </a:r>
            <a:r>
              <a:rPr lang="ko-KR" altLang="en-US" sz="1200" b="1" dirty="0"/>
              <a:t>방법론</a:t>
            </a:r>
            <a:r>
              <a:rPr lang="ko-KR" altLang="en-US" sz="1200" dirty="0"/>
              <a:t>적 구분</a:t>
            </a:r>
            <a:r>
              <a:rPr lang="en-US" altLang="ko-KR" sz="1200" dirty="0"/>
              <a:t>&gt;</a:t>
            </a:r>
          </a:p>
          <a:p>
            <a:pPr lvl="1"/>
            <a:r>
              <a:rPr lang="en-US" altLang="ko-KR" sz="2000" dirty="0"/>
              <a:t>Full Fine-tuning</a:t>
            </a:r>
          </a:p>
          <a:p>
            <a:pPr lvl="2"/>
            <a:r>
              <a:rPr lang="ko-KR" altLang="en-US" sz="1400" dirty="0"/>
              <a:t>모델의 모든 파라미터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Llama-3-8B</a:t>
            </a:r>
            <a:r>
              <a:rPr lang="ko-KR" altLang="en-US" sz="1400" dirty="0"/>
              <a:t>라면 </a:t>
            </a:r>
            <a:r>
              <a:rPr lang="en-US" altLang="ko-KR" sz="1400" dirty="0"/>
              <a:t>80</a:t>
            </a:r>
            <a:r>
              <a:rPr lang="ko-KR" altLang="en-US" sz="1400" dirty="0"/>
              <a:t>억 개 전체</a:t>
            </a:r>
            <a:r>
              <a:rPr lang="en-US" altLang="ko-KR" sz="1400" dirty="0"/>
              <a:t>)</a:t>
            </a:r>
            <a:r>
              <a:rPr lang="ko-KR" altLang="en-US" sz="1400" dirty="0"/>
              <a:t>를 다 업데이트</a:t>
            </a:r>
            <a:endParaRPr lang="en-US" altLang="ko-KR" sz="1400" dirty="0"/>
          </a:p>
          <a:p>
            <a:pPr marL="457200" lvl="1" indent="0">
              <a:buNone/>
            </a:pPr>
            <a:endParaRPr lang="en-US" altLang="ko-KR" sz="1800" dirty="0"/>
          </a:p>
          <a:p>
            <a:pPr lvl="1"/>
            <a:r>
              <a:rPr lang="en-US" altLang="ko-KR" sz="2000" dirty="0" err="1"/>
              <a:t>LoRA</a:t>
            </a:r>
            <a:r>
              <a:rPr lang="en-US" altLang="ko-KR" sz="2000" dirty="0"/>
              <a:t> (Low-Rank Adaptation)</a:t>
            </a:r>
          </a:p>
          <a:p>
            <a:pPr lvl="2"/>
            <a:r>
              <a:rPr lang="ko-KR" altLang="en-US" sz="1400" dirty="0"/>
              <a:t>모델 본체는 얼려두고</a:t>
            </a:r>
            <a:r>
              <a:rPr lang="en-US" altLang="ko-KR" sz="1400" dirty="0"/>
              <a:t>(Frozen), </a:t>
            </a:r>
            <a:r>
              <a:rPr lang="ko-KR" altLang="en-US" sz="1400" dirty="0"/>
              <a:t>옆에 작은 </a:t>
            </a:r>
            <a:r>
              <a:rPr lang="en-US" altLang="ko-KR" sz="1400" dirty="0"/>
              <a:t>'</a:t>
            </a:r>
            <a:r>
              <a:rPr lang="ko-KR" altLang="en-US" sz="1400" dirty="0"/>
              <a:t>학습용 필터</a:t>
            </a:r>
            <a:r>
              <a:rPr lang="en-US" altLang="ko-KR" sz="1400" dirty="0"/>
              <a:t>(Low-Rank Matrix)'</a:t>
            </a:r>
            <a:r>
              <a:rPr lang="ko-KR" altLang="en-US" sz="1400" dirty="0"/>
              <a:t>만 붙여서 거기만 학습</a:t>
            </a:r>
            <a:endParaRPr lang="en-US" altLang="ko-KR" sz="1400" dirty="0"/>
          </a:p>
          <a:p>
            <a:pPr lvl="2"/>
            <a:r>
              <a:rPr lang="ko-KR" altLang="en-US" sz="1400" b="1" dirty="0"/>
              <a:t>비유</a:t>
            </a:r>
            <a:r>
              <a:rPr lang="en-US" altLang="ko-KR" sz="1400" dirty="0"/>
              <a:t>: </a:t>
            </a:r>
            <a:r>
              <a:rPr lang="ko-KR" altLang="en-US" sz="1400" dirty="0"/>
              <a:t>두꺼운 백과사전 내용을 다 고치는 게 아니라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포스트잇을</a:t>
            </a:r>
            <a:r>
              <a:rPr lang="ko-KR" altLang="en-US" sz="1400" dirty="0"/>
              <a:t> 붙여가며 새로운 내용만 메모하는 것</a:t>
            </a:r>
            <a:endParaRPr lang="en-US" altLang="ko-KR" sz="1400" dirty="0"/>
          </a:p>
          <a:p>
            <a:pPr lvl="2"/>
            <a:endParaRPr lang="en-US" altLang="ko-KR" sz="1400" dirty="0"/>
          </a:p>
          <a:p>
            <a:pPr lvl="1"/>
            <a:r>
              <a:rPr lang="en-US" altLang="ko-KR" sz="1800" dirty="0" err="1"/>
              <a:t>QLoRA</a:t>
            </a:r>
            <a:r>
              <a:rPr lang="en-US" altLang="ko-KR" sz="1800" dirty="0"/>
              <a:t> (Quantized </a:t>
            </a:r>
            <a:r>
              <a:rPr lang="en-US" altLang="ko-KR" sz="1800" dirty="0" err="1"/>
              <a:t>LoRA</a:t>
            </a:r>
            <a:r>
              <a:rPr lang="en-US" altLang="ko-KR" sz="1800" dirty="0"/>
              <a:t>)</a:t>
            </a:r>
          </a:p>
          <a:p>
            <a:pPr lvl="2"/>
            <a:r>
              <a:rPr lang="en-US" altLang="ko-KR" sz="1400" dirty="0" err="1"/>
              <a:t>LoRA</a:t>
            </a:r>
            <a:r>
              <a:rPr lang="ko-KR" altLang="en-US" sz="1400" dirty="0"/>
              <a:t>를 더 극한으로 효율화한 것입니다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모델의 가중치를 </a:t>
            </a:r>
            <a:r>
              <a:rPr lang="en-US" altLang="ko-KR" sz="1400" dirty="0"/>
              <a:t>4</a:t>
            </a:r>
            <a:r>
              <a:rPr lang="ko-KR" altLang="en-US" sz="1400" dirty="0"/>
              <a:t>비트로 압축</a:t>
            </a:r>
            <a:r>
              <a:rPr lang="en-US" altLang="ko-KR" sz="1400" dirty="0"/>
              <a:t>(Quantization)</a:t>
            </a:r>
            <a:r>
              <a:rPr lang="ko-KR" altLang="en-US" sz="1400" dirty="0"/>
              <a:t>한 상태에서 </a:t>
            </a:r>
            <a:r>
              <a:rPr lang="en-US" altLang="ko-KR" sz="1400" dirty="0" err="1"/>
              <a:t>LoRA</a:t>
            </a:r>
            <a:r>
              <a:rPr lang="ko-KR" altLang="en-US" sz="1400" dirty="0"/>
              <a:t>를 적용</a:t>
            </a:r>
            <a:endParaRPr lang="en-US" altLang="ko-KR" sz="1400" dirty="0"/>
          </a:p>
          <a:p>
            <a:pPr lvl="2"/>
            <a:r>
              <a:rPr lang="ko-KR" altLang="en-US" sz="1400" b="1" dirty="0"/>
              <a:t>특징</a:t>
            </a:r>
            <a:r>
              <a:rPr lang="en-US" altLang="ko-KR" sz="1400" dirty="0"/>
              <a:t>: 8B~13B </a:t>
            </a:r>
            <a:r>
              <a:rPr lang="ko-KR" altLang="en-US" sz="1400" dirty="0"/>
              <a:t>모델을 일반적인 </a:t>
            </a:r>
            <a:r>
              <a:rPr lang="en-US" altLang="ko-KR" sz="1400" dirty="0"/>
              <a:t>RTX 3090/4090 </a:t>
            </a:r>
            <a:r>
              <a:rPr lang="ko-KR" altLang="en-US" sz="1400" dirty="0"/>
              <a:t>수준에서도 충분히 튜닝할 수 있게 해주는 혁신적인 기술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8578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0235C-4C47-A778-8067-03C325CF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239DC9A0-B4E1-FDE5-0587-EE40E4D0F277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2930FE-9320-1BA3-7340-780489A3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방안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7157150B-6045-886A-EED8-410385617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6703D01E-CCD8-CB01-6D66-FFC9600E51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8BA89FB0-734F-15A1-BC0D-994157FDD305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BE817-F1D7-EAEA-F71E-0F16FAA3CEFF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2. </a:t>
            </a:r>
            <a:r>
              <a:rPr lang="ko-KR" altLang="en-US" sz="2800" dirty="0"/>
              <a:t>최적 모델 선정 및 </a:t>
            </a:r>
            <a:r>
              <a:rPr lang="en-US" altLang="ko-KR" sz="2800" dirty="0"/>
              <a:t>Instruction-tuning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D00C9F-7A27-10D0-0FB7-E622E3FB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22" y="1364329"/>
            <a:ext cx="11042270" cy="477579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학습 효율 및 자원에 따른 분류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1200" dirty="0"/>
              <a:t>&lt;</a:t>
            </a:r>
            <a:r>
              <a:rPr lang="ko-KR" altLang="en-US" sz="1200" dirty="0"/>
              <a:t>모델의 가중치</a:t>
            </a:r>
            <a:r>
              <a:rPr lang="en-US" altLang="ko-KR" sz="1200" dirty="0"/>
              <a:t>(Weight)</a:t>
            </a:r>
            <a:r>
              <a:rPr lang="ko-KR" altLang="en-US" sz="1200" dirty="0"/>
              <a:t>를 얼마나</a:t>
            </a:r>
            <a:r>
              <a:rPr lang="en-US" altLang="ko-KR" sz="1200" dirty="0"/>
              <a:t>, </a:t>
            </a:r>
            <a:r>
              <a:rPr lang="ko-KR" altLang="en-US" sz="1200" dirty="0"/>
              <a:t>어떻게 건드릴 것인가에 대한 </a:t>
            </a:r>
            <a:r>
              <a:rPr lang="ko-KR" altLang="en-US" sz="1200" b="1" dirty="0"/>
              <a:t>방법론</a:t>
            </a:r>
            <a:r>
              <a:rPr lang="ko-KR" altLang="en-US" sz="1200" dirty="0"/>
              <a:t>적 구분</a:t>
            </a:r>
            <a:r>
              <a:rPr lang="en-US" altLang="ko-KR" sz="1200" dirty="0"/>
              <a:t>&gt;</a:t>
            </a:r>
          </a:p>
          <a:p>
            <a:pPr lvl="1"/>
            <a:r>
              <a:rPr lang="en-US" altLang="ko-KR" sz="2000" dirty="0"/>
              <a:t>Full Fine-tuning</a:t>
            </a:r>
          </a:p>
          <a:p>
            <a:pPr lvl="2"/>
            <a:r>
              <a:rPr lang="ko-KR" altLang="en-US" sz="1400" dirty="0"/>
              <a:t>모델의 모든 파라미터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Llama-3-8B</a:t>
            </a:r>
            <a:r>
              <a:rPr lang="ko-KR" altLang="en-US" sz="1400" dirty="0"/>
              <a:t>라면 </a:t>
            </a:r>
            <a:r>
              <a:rPr lang="en-US" altLang="ko-KR" sz="1400" dirty="0"/>
              <a:t>80</a:t>
            </a:r>
            <a:r>
              <a:rPr lang="ko-KR" altLang="en-US" sz="1400" dirty="0"/>
              <a:t>억 개 전체</a:t>
            </a:r>
            <a:r>
              <a:rPr lang="en-US" altLang="ko-KR" sz="1400" dirty="0"/>
              <a:t>)</a:t>
            </a:r>
            <a:r>
              <a:rPr lang="ko-KR" altLang="en-US" sz="1400" dirty="0"/>
              <a:t>를 다 업데이트</a:t>
            </a:r>
            <a:endParaRPr lang="en-US" altLang="ko-KR" sz="1400" dirty="0"/>
          </a:p>
          <a:p>
            <a:pPr marL="457200" lvl="1" indent="0">
              <a:buNone/>
            </a:pPr>
            <a:endParaRPr lang="en-US" altLang="ko-KR" sz="1800" dirty="0"/>
          </a:p>
          <a:p>
            <a:pPr lvl="1"/>
            <a:r>
              <a:rPr lang="en-US" altLang="ko-KR" sz="2000" dirty="0" err="1"/>
              <a:t>LoRA</a:t>
            </a:r>
            <a:r>
              <a:rPr lang="en-US" altLang="ko-KR" sz="2000" dirty="0"/>
              <a:t> (Low-Rank Adaptation)</a:t>
            </a:r>
          </a:p>
          <a:p>
            <a:pPr lvl="2"/>
            <a:r>
              <a:rPr lang="ko-KR" altLang="en-US" sz="1400" dirty="0"/>
              <a:t>모델 본체는 얼려두고</a:t>
            </a:r>
            <a:r>
              <a:rPr lang="en-US" altLang="ko-KR" sz="1400" dirty="0"/>
              <a:t>(Frozen), </a:t>
            </a:r>
            <a:r>
              <a:rPr lang="ko-KR" altLang="en-US" sz="1400" dirty="0"/>
              <a:t>옆에 작은 </a:t>
            </a:r>
            <a:r>
              <a:rPr lang="en-US" altLang="ko-KR" sz="1400" dirty="0"/>
              <a:t>'</a:t>
            </a:r>
            <a:r>
              <a:rPr lang="ko-KR" altLang="en-US" sz="1400" dirty="0"/>
              <a:t>학습용 필터</a:t>
            </a:r>
            <a:r>
              <a:rPr lang="en-US" altLang="ko-KR" sz="1400" dirty="0"/>
              <a:t>(Low-Rank Matrix)'</a:t>
            </a:r>
            <a:r>
              <a:rPr lang="ko-KR" altLang="en-US" sz="1400" dirty="0"/>
              <a:t>만 붙여서 거기만 학습</a:t>
            </a:r>
            <a:endParaRPr lang="en-US" altLang="ko-KR" sz="1400" dirty="0"/>
          </a:p>
          <a:p>
            <a:pPr lvl="2"/>
            <a:r>
              <a:rPr lang="ko-KR" altLang="en-US" sz="1400" b="1" dirty="0"/>
              <a:t>비유</a:t>
            </a:r>
            <a:r>
              <a:rPr lang="en-US" altLang="ko-KR" sz="1400" dirty="0"/>
              <a:t>: </a:t>
            </a:r>
            <a:r>
              <a:rPr lang="ko-KR" altLang="en-US" sz="1400" dirty="0"/>
              <a:t>두꺼운 백과사전 내용을 다 고치는 게 아니라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포스트잇을</a:t>
            </a:r>
            <a:r>
              <a:rPr lang="ko-KR" altLang="en-US" sz="1400" dirty="0"/>
              <a:t> 붙여가며 새로운 내용만 메모하는 것</a:t>
            </a:r>
            <a:endParaRPr lang="en-US" altLang="ko-KR" sz="1400" dirty="0"/>
          </a:p>
          <a:p>
            <a:pPr lvl="2"/>
            <a:endParaRPr lang="en-US" altLang="ko-KR" sz="1400" dirty="0"/>
          </a:p>
          <a:p>
            <a:pPr lvl="1"/>
            <a:r>
              <a:rPr lang="en-US" altLang="ko-KR" sz="1800" dirty="0" err="1"/>
              <a:t>QLoRA</a:t>
            </a:r>
            <a:r>
              <a:rPr lang="en-US" altLang="ko-KR" sz="1800" dirty="0"/>
              <a:t> (Quantized </a:t>
            </a:r>
            <a:r>
              <a:rPr lang="en-US" altLang="ko-KR" sz="1800" dirty="0" err="1"/>
              <a:t>LoRA</a:t>
            </a:r>
            <a:r>
              <a:rPr lang="en-US" altLang="ko-KR" sz="1800" dirty="0"/>
              <a:t>)</a:t>
            </a:r>
          </a:p>
          <a:p>
            <a:pPr lvl="2"/>
            <a:r>
              <a:rPr lang="en-US" altLang="ko-KR" sz="1400" dirty="0" err="1"/>
              <a:t>LoRA</a:t>
            </a:r>
            <a:r>
              <a:rPr lang="ko-KR" altLang="en-US" sz="1400" dirty="0"/>
              <a:t>를 더 극한으로 효율화한 것입니다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모델의 가중치를 </a:t>
            </a:r>
            <a:r>
              <a:rPr lang="en-US" altLang="ko-KR" sz="1400" dirty="0"/>
              <a:t>4</a:t>
            </a:r>
            <a:r>
              <a:rPr lang="ko-KR" altLang="en-US" sz="1400" dirty="0"/>
              <a:t>비트로 압축</a:t>
            </a:r>
            <a:r>
              <a:rPr lang="en-US" altLang="ko-KR" sz="1400" dirty="0"/>
              <a:t>(Quantization)</a:t>
            </a:r>
            <a:r>
              <a:rPr lang="ko-KR" altLang="en-US" sz="1400" dirty="0"/>
              <a:t>한 상태에서 </a:t>
            </a:r>
            <a:r>
              <a:rPr lang="en-US" altLang="ko-KR" sz="1400" dirty="0" err="1"/>
              <a:t>LoRA</a:t>
            </a:r>
            <a:r>
              <a:rPr lang="ko-KR" altLang="en-US" sz="1400" dirty="0"/>
              <a:t>를 적용</a:t>
            </a:r>
            <a:endParaRPr lang="en-US" altLang="ko-KR" sz="1400" dirty="0"/>
          </a:p>
          <a:p>
            <a:pPr lvl="2"/>
            <a:r>
              <a:rPr lang="ko-KR" altLang="en-US" sz="1400" b="1" dirty="0"/>
              <a:t>특징</a:t>
            </a:r>
            <a:r>
              <a:rPr lang="en-US" altLang="ko-KR" sz="1400" dirty="0"/>
              <a:t>: 8B~13B </a:t>
            </a:r>
            <a:r>
              <a:rPr lang="ko-KR" altLang="en-US" sz="1400" dirty="0"/>
              <a:t>모델을 일반적인 </a:t>
            </a:r>
            <a:r>
              <a:rPr lang="en-US" altLang="ko-KR" sz="1400" dirty="0"/>
              <a:t>RTX 3090/4090 </a:t>
            </a:r>
            <a:r>
              <a:rPr lang="ko-KR" altLang="en-US" sz="1400" dirty="0"/>
              <a:t>수준에서도 충분히 튜닝할 수 있게 해주는 혁신적인 기술</a:t>
            </a:r>
            <a:endParaRPr lang="en-US" altLang="ko-KR" sz="1400" dirty="0"/>
          </a:p>
        </p:txBody>
      </p:sp>
      <p:pic>
        <p:nvPicPr>
          <p:cNvPr id="9224" name="Picture 8" descr="QLoRA] QLoRA: Efficient Finetuning of Quantized LLMs">
            <a:extLst>
              <a:ext uri="{FF2B5EF4-FFF2-40B4-BE49-F238E27FC236}">
                <a16:creationId xmlns:a16="http://schemas.microsoft.com/office/drawing/2014/main" id="{1996FBF1-C27C-E1C3-2C93-A0F528ED8C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21"/>
          <a:stretch>
            <a:fillRect/>
          </a:stretch>
        </p:blipFill>
        <p:spPr bwMode="auto">
          <a:xfrm>
            <a:off x="1344332" y="1723552"/>
            <a:ext cx="9491077" cy="405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96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C2F5-E355-97AE-76B2-19AB30DBA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1B4A3047-57F9-7463-CCE1-DA6156545D1A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FD6D8F-8D92-5C60-4092-266A656F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계획</a:t>
            </a:r>
            <a:r>
              <a:rPr lang="en-US" altLang="ko-KR" sz="1800" b="1" dirty="0"/>
              <a:t>?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E958D351-CBB4-469C-8EAF-C38A7DA91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A36035E0-A83A-2C5D-17BA-70375473FF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5142432F-DBB0-85EA-33AC-F20A79BCDD34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5B3B5-1F96-AB7B-C791-4BAC00C9E060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제가 생각하는 계획 일정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FECC7B15-BB0F-3CEA-B78F-0224822C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71" y="1469983"/>
            <a:ext cx="10515600" cy="521654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데이터 원본 확보</a:t>
            </a:r>
            <a:endParaRPr lang="en-US" altLang="ko-KR" dirty="0"/>
          </a:p>
          <a:p>
            <a:pPr marL="971550" lvl="1" indent="-514350">
              <a:buAutoNum type="arabicPeriod"/>
            </a:pPr>
            <a:r>
              <a:rPr lang="en-US" altLang="ko-KR" sz="2000" b="1" dirty="0"/>
              <a:t>BOTS v3</a:t>
            </a:r>
            <a:r>
              <a:rPr lang="en-US" altLang="ko-KR" sz="2000" dirty="0"/>
              <a:t>: </a:t>
            </a:r>
            <a:r>
              <a:rPr lang="ko-KR" altLang="en-US" sz="2000" dirty="0"/>
              <a:t>전수 조사하여 가장 용량이 크고 다양한 로그</a:t>
            </a:r>
            <a:r>
              <a:rPr lang="en-US" altLang="ko-KR" sz="2000" dirty="0"/>
              <a:t>(Windows, Network, Cloud)</a:t>
            </a:r>
            <a:r>
              <a:rPr lang="ko-KR" altLang="en-US" sz="2000" dirty="0"/>
              <a:t>가 포함된 버킷을 선별</a:t>
            </a:r>
            <a:endParaRPr lang="en-US" altLang="ko-KR" sz="2000" dirty="0"/>
          </a:p>
          <a:p>
            <a:pPr marL="971550" lvl="1" indent="-514350">
              <a:buAutoNum type="arabicPeriod"/>
            </a:pPr>
            <a:r>
              <a:rPr lang="en-US" altLang="ko-KR" sz="2000" b="1" dirty="0"/>
              <a:t>Suricata &amp; Zeek</a:t>
            </a:r>
            <a:r>
              <a:rPr lang="en-US" altLang="ko-KR" sz="2000" dirty="0"/>
              <a:t>: </a:t>
            </a:r>
            <a:r>
              <a:rPr lang="ko-KR" altLang="en-US" sz="2000" dirty="0"/>
              <a:t>공식 샘플 </a:t>
            </a:r>
            <a:r>
              <a:rPr lang="en-US" altLang="ko-KR" sz="2000" dirty="0"/>
              <a:t>PCAP </a:t>
            </a:r>
            <a:r>
              <a:rPr lang="ko-KR" altLang="en-US" sz="2000" dirty="0"/>
              <a:t>파일을 다운로드합니다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만약 특정 공격 시나리오가 부족하다면</a:t>
            </a:r>
            <a:r>
              <a:rPr lang="en-US" altLang="ko-KR" sz="2000" dirty="0"/>
              <a:t>, Kali Linux </a:t>
            </a:r>
            <a:r>
              <a:rPr lang="ko-KR" altLang="en-US" sz="2000" dirty="0"/>
              <a:t>등을 활용해 공격 트래픽을 발생시킨 후 직접 </a:t>
            </a:r>
            <a:r>
              <a:rPr lang="en-US" altLang="ko-KR" sz="2000" dirty="0"/>
              <a:t>PCAP</a:t>
            </a:r>
            <a:r>
              <a:rPr lang="ko-KR" altLang="en-US" sz="2000" dirty="0"/>
              <a:t>을 생성</a:t>
            </a:r>
            <a:endParaRPr lang="en-US" altLang="ko-KR" sz="2000" dirty="0"/>
          </a:p>
          <a:p>
            <a:pPr marL="971550" lvl="1" indent="-514350">
              <a:buAutoNum type="arabicPeriod"/>
            </a:pPr>
            <a:r>
              <a:rPr lang="ko-KR" altLang="en-US" sz="2000" b="1" dirty="0">
                <a:solidFill>
                  <a:srgbClr val="FF0000"/>
                </a:solidFill>
              </a:rPr>
              <a:t>군 실제 데이터</a:t>
            </a:r>
            <a:r>
              <a:rPr lang="en-US" altLang="ko-KR" sz="2000" b="1" dirty="0">
                <a:solidFill>
                  <a:srgbClr val="FF0000"/>
                </a:solidFill>
              </a:rPr>
              <a:t>:</a:t>
            </a:r>
            <a:r>
              <a:rPr lang="ko-KR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가지 루트로 수집한 데이터와 유사한 데이터가 무엇인지 확인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971550" lvl="1" indent="-514350">
              <a:buAutoNum type="arabicPeriod"/>
            </a:pPr>
            <a:r>
              <a:rPr lang="ko-KR" altLang="en-US" sz="2000" b="1" dirty="0"/>
              <a:t>압축 해제 및 텍스트 추출</a:t>
            </a:r>
            <a:endParaRPr lang="en-US" altLang="ko-KR" sz="2000" b="1" dirty="0"/>
          </a:p>
          <a:p>
            <a:pPr marL="971550" lvl="1" indent="-514350">
              <a:buAutoNum type="arabicPeriod"/>
            </a:pPr>
            <a:r>
              <a:rPr lang="ko-KR" altLang="en-US" sz="2000" b="1" dirty="0"/>
              <a:t>노이즈 제거</a:t>
            </a:r>
            <a:r>
              <a:rPr lang="en-US" altLang="ko-KR" sz="2000" dirty="0"/>
              <a:t>: </a:t>
            </a:r>
            <a:r>
              <a:rPr lang="ko-KR" altLang="en-US" sz="2000" dirty="0"/>
              <a:t>로그 사이에 섞인 </a:t>
            </a:r>
            <a:r>
              <a:rPr lang="en-US" altLang="ko-KR" sz="2000" dirty="0"/>
              <a:t>Splunk </a:t>
            </a:r>
            <a:r>
              <a:rPr lang="ko-KR" altLang="en-US" sz="2000" dirty="0"/>
              <a:t>내부 메타데이터 제거</a:t>
            </a:r>
            <a:endParaRPr lang="en-US" altLang="ko-KR" sz="2000" dirty="0"/>
          </a:p>
          <a:p>
            <a:pPr marL="971550" lvl="1" indent="-514350">
              <a:buAutoNum type="arabicPeriod"/>
            </a:pPr>
            <a:r>
              <a:rPr lang="ko-KR" altLang="en-US" sz="2000" b="1" dirty="0"/>
              <a:t>데이터 구조화</a:t>
            </a:r>
            <a:r>
              <a:rPr lang="en-US" altLang="ko-KR" sz="2000" dirty="0"/>
              <a:t>: </a:t>
            </a:r>
            <a:r>
              <a:rPr lang="ko-KR" altLang="en-US" sz="2000" dirty="0"/>
              <a:t>일차적 데이터베이스</a:t>
            </a:r>
            <a:r>
              <a:rPr lang="en-US" altLang="ko-KR" sz="2000" dirty="0"/>
              <a:t>(</a:t>
            </a:r>
            <a:r>
              <a:rPr lang="ko-KR" altLang="en-US" sz="2000" dirty="0"/>
              <a:t>또는 </a:t>
            </a:r>
            <a:r>
              <a:rPr lang="en-US" altLang="ko-KR" sz="2000" dirty="0"/>
              <a:t>JSONL </a:t>
            </a:r>
            <a:r>
              <a:rPr lang="ko-KR" altLang="en-US" sz="2000" dirty="0"/>
              <a:t>파일</a:t>
            </a:r>
            <a:r>
              <a:rPr lang="en-US" altLang="ko-KR" sz="2000" dirty="0"/>
              <a:t>)</a:t>
            </a:r>
            <a:r>
              <a:rPr lang="ko-KR" altLang="en-US" sz="2000" dirty="0"/>
              <a:t>로 저장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데이터 정규화</a:t>
            </a:r>
            <a:endParaRPr lang="en-US" altLang="ko-KR" dirty="0"/>
          </a:p>
          <a:p>
            <a:pPr lvl="1"/>
            <a:r>
              <a:rPr lang="ko-KR" altLang="en-US" sz="2000" dirty="0"/>
              <a:t>모델이 로그 종류에 상관없이 핵심 정보를 찾을 수 있도록 </a:t>
            </a:r>
            <a:r>
              <a:rPr lang="ko-KR" altLang="en-US" sz="2000" b="1" dirty="0"/>
              <a:t>표준 스키마</a:t>
            </a:r>
            <a:r>
              <a:rPr lang="ko-KR" altLang="en-US" sz="2000" dirty="0"/>
              <a:t>를 정의</a:t>
            </a:r>
            <a:endParaRPr lang="en-US" altLang="ko-KR" sz="2000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971550" lvl="1" indent="-51435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401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5D6F-BB5D-97CF-C221-B2984102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C3C08E2E-204B-AAE6-90D6-40920FC7A9B2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C1E3272-A442-5D6B-BE97-5E0E386D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계획</a:t>
            </a:r>
            <a:r>
              <a:rPr lang="en-US" altLang="ko-KR" sz="1800" b="1" dirty="0"/>
              <a:t>?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61E94A8B-7172-B82C-6693-16D95E241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15B2BB20-75EF-4E1E-3484-D89C341227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B1C73783-EE7A-F489-9826-9B3F50885D2D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0C85E-69A2-CBF4-C98E-F4993EE06BF7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제가 생각하는 계획 일정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B4AEDBF6-12D7-8F20-7409-A262E676B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581"/>
            <a:ext cx="10515600" cy="48643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4. </a:t>
            </a:r>
            <a:r>
              <a:rPr lang="ko-KR" altLang="en-US" dirty="0">
                <a:solidFill>
                  <a:srgbClr val="FF0000"/>
                </a:solidFill>
              </a:rPr>
              <a:t>보안 시나리오별 </a:t>
            </a:r>
            <a:r>
              <a:rPr lang="en-US" altLang="ko-KR" dirty="0">
                <a:solidFill>
                  <a:srgbClr val="FF0000"/>
                </a:solidFill>
              </a:rPr>
              <a:t>GT Dataset(</a:t>
            </a:r>
            <a:r>
              <a:rPr lang="ko-KR" altLang="en-US" dirty="0" err="1">
                <a:solidFill>
                  <a:srgbClr val="FF0000"/>
                </a:solidFill>
              </a:rPr>
              <a:t>정답셋</a:t>
            </a:r>
            <a:r>
              <a:rPr lang="en-US" altLang="ko-KR" dirty="0">
                <a:solidFill>
                  <a:srgbClr val="FF0000"/>
                </a:solidFill>
              </a:rPr>
              <a:t>) 500</a:t>
            </a:r>
            <a:r>
              <a:rPr lang="ko-KR" altLang="en-US" dirty="0">
                <a:solidFill>
                  <a:srgbClr val="FF0000"/>
                </a:solidFill>
              </a:rPr>
              <a:t>개 선별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군 내부에서 일어나지 않는 시나리오는 제외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 어느 정도 수준의 질의어로 만들지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 군 내부 </a:t>
            </a:r>
            <a:r>
              <a:rPr lang="en-US" altLang="ko-KR" dirty="0">
                <a:solidFill>
                  <a:srgbClr val="FF0000"/>
                </a:solidFill>
              </a:rPr>
              <a:t>SPL</a:t>
            </a:r>
            <a:r>
              <a:rPr lang="ko-KR" altLang="en-US" dirty="0">
                <a:solidFill>
                  <a:srgbClr val="FF0000"/>
                </a:solidFill>
              </a:rPr>
              <a:t> 관련 가이드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r>
              <a:rPr lang="ko-KR" altLang="en-US" dirty="0">
                <a:solidFill>
                  <a:srgbClr val="FF0000"/>
                </a:solidFill>
              </a:rPr>
              <a:t> 있는지</a:t>
            </a:r>
            <a:r>
              <a:rPr lang="en-US" altLang="ko-KR" dirty="0">
                <a:solidFill>
                  <a:srgbClr val="FF0000"/>
                </a:solidFill>
              </a:rPr>
              <a:t>,)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pPr marL="971550" lvl="1" indent="-514350">
              <a:buAutoNum type="arabicPeriod"/>
            </a:pPr>
            <a:endParaRPr lang="en-US" altLang="ko-KR" b="1" dirty="0"/>
          </a:p>
          <a:p>
            <a:pPr marL="971550" lvl="1" indent="-514350">
              <a:buAutoNum type="arabicPeriod"/>
            </a:pPr>
            <a:r>
              <a:rPr lang="ko-KR" altLang="en-US" sz="2000" b="1" dirty="0"/>
              <a:t>시나리오 정의</a:t>
            </a:r>
            <a:r>
              <a:rPr lang="en-US" altLang="ko-KR" sz="2000" dirty="0"/>
              <a:t>:</a:t>
            </a:r>
          </a:p>
          <a:p>
            <a:pPr marL="1428750" lvl="2" indent="-514350">
              <a:buAutoNum type="arabicPeriod"/>
            </a:pPr>
            <a:r>
              <a:rPr lang="ko-KR" altLang="en-US" b="1" dirty="0"/>
              <a:t>무단 접근</a:t>
            </a:r>
            <a:r>
              <a:rPr lang="en-US" altLang="ko-KR" dirty="0"/>
              <a:t>: </a:t>
            </a:r>
            <a:r>
              <a:rPr lang="ko-KR" altLang="en-US" dirty="0"/>
              <a:t>로그인 실패</a:t>
            </a:r>
            <a:r>
              <a:rPr lang="en-US" altLang="ko-KR" dirty="0"/>
              <a:t>(4625), </a:t>
            </a:r>
            <a:r>
              <a:rPr lang="ko-KR" altLang="en-US" dirty="0"/>
              <a:t>계정 추가 등</a:t>
            </a:r>
            <a:endParaRPr lang="en-US" altLang="ko-KR" dirty="0"/>
          </a:p>
          <a:p>
            <a:pPr marL="1428750" lvl="2" indent="-514350">
              <a:buAutoNum type="arabicPeriod"/>
            </a:pPr>
            <a:r>
              <a:rPr lang="ko-KR" altLang="en-US" b="1" dirty="0"/>
              <a:t>악성코드 통신</a:t>
            </a:r>
            <a:r>
              <a:rPr lang="en-US" altLang="ko-KR" dirty="0"/>
              <a:t>: </a:t>
            </a:r>
            <a:r>
              <a:rPr lang="ko-KR" altLang="en-US" dirty="0"/>
              <a:t>특정 </a:t>
            </a:r>
            <a:r>
              <a:rPr lang="en-US" altLang="ko-KR" dirty="0"/>
              <a:t>C2 </a:t>
            </a:r>
            <a:r>
              <a:rPr lang="ko-KR" altLang="en-US" dirty="0"/>
              <a:t>서버 </a:t>
            </a:r>
            <a:r>
              <a:rPr lang="en-US" altLang="ko-KR" dirty="0"/>
              <a:t>IP</a:t>
            </a:r>
            <a:r>
              <a:rPr lang="ko-KR" altLang="en-US" dirty="0"/>
              <a:t>로의 연결 기록</a:t>
            </a:r>
            <a:r>
              <a:rPr lang="en-US" altLang="ko-KR" dirty="0"/>
              <a:t>(Suricata alert)</a:t>
            </a:r>
          </a:p>
          <a:p>
            <a:pPr marL="1428750" lvl="2" indent="-514350">
              <a:buAutoNum type="arabicPeriod"/>
            </a:pPr>
            <a:r>
              <a:rPr lang="ko-KR" altLang="en-US" b="1" dirty="0"/>
              <a:t>이상 행위</a:t>
            </a:r>
            <a:r>
              <a:rPr lang="en-US" altLang="ko-KR" dirty="0"/>
              <a:t>: </a:t>
            </a:r>
            <a:r>
              <a:rPr lang="ko-KR" altLang="en-US" dirty="0"/>
              <a:t>근무 시간 외 대량 데이터 전송</a:t>
            </a:r>
            <a:r>
              <a:rPr lang="en-US" altLang="ko-KR" dirty="0"/>
              <a:t>(Zeek flow)</a:t>
            </a:r>
          </a:p>
          <a:p>
            <a:pPr marL="971550" lvl="1" indent="-514350">
              <a:buAutoNum type="arabicPeriod"/>
            </a:pPr>
            <a:r>
              <a:rPr lang="en-US" altLang="ko-KR" sz="2000" b="1" dirty="0"/>
              <a:t>Instruction-Query </a:t>
            </a:r>
            <a:r>
              <a:rPr lang="ko-KR" altLang="en-US" sz="2000" b="1" dirty="0"/>
              <a:t>매칭</a:t>
            </a:r>
            <a:r>
              <a:rPr lang="en-US" altLang="ko-KR" sz="2000" dirty="0"/>
              <a:t>:</a:t>
            </a:r>
          </a:p>
          <a:p>
            <a:pPr marL="1428750" lvl="2" indent="-514350">
              <a:buAutoNum type="arabicPeriod"/>
            </a:pPr>
            <a:r>
              <a:rPr lang="ko-KR" altLang="en-US" b="1" dirty="0"/>
              <a:t>매칭</a:t>
            </a:r>
            <a:r>
              <a:rPr lang="en-US" altLang="ko-KR" b="1" dirty="0"/>
              <a:t>: </a:t>
            </a:r>
            <a:r>
              <a:rPr lang="ko-KR" altLang="en-US" dirty="0"/>
              <a:t>선별된 </a:t>
            </a:r>
            <a:r>
              <a:rPr lang="en-US" altLang="ko-KR" dirty="0"/>
              <a:t>500</a:t>
            </a:r>
            <a:r>
              <a:rPr lang="ko-KR" altLang="en-US" dirty="0"/>
              <a:t>개의 로그 각각에 대해 직접 </a:t>
            </a:r>
            <a:r>
              <a:rPr lang="en-US" altLang="ko-KR" dirty="0"/>
              <a:t>"</a:t>
            </a:r>
            <a:r>
              <a:rPr lang="ko-KR" altLang="en-US" dirty="0"/>
              <a:t>최적의 </a:t>
            </a:r>
            <a:r>
              <a:rPr lang="en-US" altLang="ko-KR" dirty="0"/>
              <a:t>SPL </a:t>
            </a:r>
            <a:r>
              <a:rPr lang="ko-KR" altLang="en-US" dirty="0"/>
              <a:t>쿼리</a:t>
            </a:r>
            <a:r>
              <a:rPr lang="en-US" altLang="ko-KR" dirty="0"/>
              <a:t>"</a:t>
            </a:r>
            <a:r>
              <a:rPr lang="ko-KR" altLang="en-US" dirty="0"/>
              <a:t>를 작성</a:t>
            </a:r>
            <a:endParaRPr lang="en-US" altLang="ko-KR" dirty="0"/>
          </a:p>
          <a:p>
            <a:pPr marL="1428750" lvl="2" indent="-514350">
              <a:buAutoNum type="arabicPeriod"/>
            </a:pPr>
            <a:r>
              <a:rPr lang="ko-KR" altLang="en-US" b="1" dirty="0"/>
              <a:t>검증</a:t>
            </a:r>
            <a:r>
              <a:rPr lang="en-US" altLang="ko-KR" dirty="0"/>
              <a:t>: </a:t>
            </a:r>
            <a:r>
              <a:rPr lang="ko-KR" altLang="en-US" dirty="0"/>
              <a:t>작성된 </a:t>
            </a:r>
            <a:r>
              <a:rPr lang="en-US" altLang="ko-KR" dirty="0"/>
              <a:t>SPL </a:t>
            </a:r>
            <a:r>
              <a:rPr lang="ko-KR" altLang="en-US" dirty="0"/>
              <a:t>쿼리를 실제 </a:t>
            </a:r>
            <a:r>
              <a:rPr lang="en-US" altLang="ko-KR" dirty="0"/>
              <a:t>Splunk </a:t>
            </a:r>
            <a:r>
              <a:rPr lang="ko-KR" altLang="en-US" dirty="0"/>
              <a:t>환경</a:t>
            </a:r>
            <a:r>
              <a:rPr lang="en-US" altLang="ko-KR" dirty="0"/>
              <a:t>(</a:t>
            </a:r>
            <a:r>
              <a:rPr lang="ko-KR" altLang="en-US" dirty="0"/>
              <a:t>혹은 가상 시뮬레이터</a:t>
            </a:r>
            <a:r>
              <a:rPr lang="en-US" altLang="ko-KR" dirty="0"/>
              <a:t>)</a:t>
            </a:r>
            <a:r>
              <a:rPr lang="ko-KR" altLang="en-US" dirty="0"/>
              <a:t>에서 실행하여 결과가 정확히 나오는지 최종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7329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4A539-3A44-134B-370B-FF0FA889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37E96053-B72F-BE4C-FF8C-AFE9120C5EBE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C4A005-C2F2-5E45-9C9D-AFA201546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계획</a:t>
            </a:r>
            <a:r>
              <a:rPr lang="en-US" altLang="ko-KR" sz="1800" b="1" dirty="0"/>
              <a:t>?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696D5FFB-62D0-4D8E-E4BD-B143230B5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A40D6477-EBF6-2AC8-B3C7-B26071CF60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AF50D247-771D-705D-44C0-E8EF907F7FF0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0492F-5B58-7E80-A4CC-EEA0B3ACACE7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제가 생각하는 계획 일정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EC22B94A-703F-96CB-4996-4DBDB0612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데이터 증강</a:t>
            </a:r>
            <a:r>
              <a:rPr lang="en-US" altLang="ko-KR" dirty="0"/>
              <a:t>(Augmentation)</a:t>
            </a:r>
          </a:p>
          <a:p>
            <a:pPr marL="0" indent="0">
              <a:buNone/>
            </a:pPr>
            <a:r>
              <a:rPr lang="ko-KR" altLang="en-US" sz="1600" dirty="0"/>
              <a:t>단순히 문장을 바꾸는 것이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사용자의 숙련도 수준</a:t>
            </a:r>
            <a:r>
              <a:rPr lang="en-US" altLang="ko-KR" sz="1600" dirty="0"/>
              <a:t>(Expertise Level)</a:t>
            </a:r>
            <a:r>
              <a:rPr lang="ko-KR" altLang="en-US" sz="1600" dirty="0"/>
              <a:t>에 따른 지시어를 생성</a:t>
            </a:r>
            <a:endParaRPr lang="en-US" altLang="ko-KR" sz="1600" dirty="0"/>
          </a:p>
          <a:p>
            <a:pPr lvl="1"/>
            <a:r>
              <a:rPr lang="ko-KR" altLang="en-US" sz="2000" b="1" dirty="0"/>
              <a:t>초보자 모드</a:t>
            </a:r>
            <a:r>
              <a:rPr lang="en-US" altLang="ko-KR" sz="2000" dirty="0"/>
              <a:t>: "</a:t>
            </a:r>
            <a:r>
              <a:rPr lang="ko-KR" altLang="en-US" sz="2000" dirty="0"/>
              <a:t>인터넷 끊긴 거 다 보여줘</a:t>
            </a:r>
            <a:r>
              <a:rPr lang="en-US" altLang="ko-KR" sz="2000" dirty="0"/>
              <a:t>", "</a:t>
            </a:r>
            <a:r>
              <a:rPr lang="ko-KR" altLang="en-US" sz="2000" dirty="0"/>
              <a:t>누가 자꾸 로그인 틀려</a:t>
            </a:r>
            <a:r>
              <a:rPr lang="en-US" altLang="ko-KR" sz="2000" dirty="0"/>
              <a:t>?" (</a:t>
            </a:r>
            <a:r>
              <a:rPr lang="ko-KR" altLang="en-US" sz="2000" dirty="0"/>
              <a:t>현상 중심</a:t>
            </a:r>
            <a:r>
              <a:rPr lang="en-US" altLang="ko-KR" sz="2000" dirty="0"/>
              <a:t>)</a:t>
            </a:r>
            <a:endParaRPr lang="en-US" altLang="ko-KR" sz="2000" b="1" dirty="0"/>
          </a:p>
          <a:p>
            <a:pPr lvl="1"/>
            <a:r>
              <a:rPr lang="ko-KR" altLang="en-US" sz="2000" b="1" dirty="0" err="1"/>
              <a:t>중급자</a:t>
            </a:r>
            <a:r>
              <a:rPr lang="ko-KR" altLang="en-US" sz="2000" b="1" dirty="0"/>
              <a:t> 모드</a:t>
            </a:r>
            <a:r>
              <a:rPr lang="en-US" altLang="ko-KR" sz="2000" dirty="0"/>
              <a:t>: "BSTOLL-L </a:t>
            </a:r>
            <a:r>
              <a:rPr lang="ko-KR" altLang="en-US" sz="2000" dirty="0"/>
              <a:t>장비에서 발생한 </a:t>
            </a:r>
            <a:r>
              <a:rPr lang="en-US" altLang="ko-KR" sz="2000" dirty="0"/>
              <a:t>4625 </a:t>
            </a:r>
            <a:r>
              <a:rPr lang="ko-KR" altLang="en-US" sz="2000" dirty="0"/>
              <a:t>이벤트 </a:t>
            </a:r>
            <a:r>
              <a:rPr lang="ko-KR" altLang="en-US" sz="2000" dirty="0" err="1"/>
              <a:t>리스트업해줘</a:t>
            </a:r>
            <a:r>
              <a:rPr lang="en-US" altLang="ko-KR" sz="2000" dirty="0"/>
              <a:t>." (</a:t>
            </a:r>
            <a:r>
              <a:rPr lang="ko-KR" altLang="en-US" sz="2000" dirty="0"/>
              <a:t>용어 중심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b="1" dirty="0"/>
              <a:t>전문가 모드</a:t>
            </a:r>
            <a:r>
              <a:rPr lang="en-US" altLang="ko-KR" sz="2000" dirty="0"/>
              <a:t>: "Extract source IPs with failed login attempts exceeding 5 counts." (</a:t>
            </a:r>
            <a:r>
              <a:rPr lang="ko-KR" altLang="en-US" sz="2000" dirty="0"/>
              <a:t>로직 중심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400" dirty="0"/>
              <a:t>6. </a:t>
            </a:r>
            <a:r>
              <a:rPr lang="ko-KR" altLang="en-US" sz="2400" dirty="0"/>
              <a:t>후보 모델 설치 및 </a:t>
            </a:r>
            <a:r>
              <a:rPr lang="ko-KR" altLang="en-US" sz="2400" dirty="0" err="1"/>
              <a:t>제로샷</a:t>
            </a:r>
            <a:r>
              <a:rPr lang="en-US" altLang="ko-KR" sz="2400" dirty="0"/>
              <a:t>(Zero-shot) </a:t>
            </a:r>
            <a:r>
              <a:rPr lang="ko-KR" altLang="en-US" sz="2400" dirty="0"/>
              <a:t>벤치마킹</a:t>
            </a:r>
            <a:endParaRPr lang="en-US" altLang="ko-KR" sz="2400" dirty="0"/>
          </a:p>
          <a:p>
            <a:pPr lvl="1"/>
            <a:r>
              <a:rPr lang="ko-KR" altLang="en-US" sz="2000" b="1" dirty="0"/>
              <a:t>모델</a:t>
            </a:r>
            <a:r>
              <a:rPr lang="en-US" altLang="ko-KR" sz="2000" b="1" dirty="0"/>
              <a:t>: </a:t>
            </a:r>
            <a:r>
              <a:rPr lang="ko-KR" altLang="en-US" sz="2000" dirty="0"/>
              <a:t>다양한 후보 모델들 준비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중국산 모델 금지</a:t>
            </a:r>
            <a:r>
              <a:rPr lang="en-US" altLang="ko-KR" sz="2000" dirty="0">
                <a:solidFill>
                  <a:srgbClr val="FF0000"/>
                </a:solidFill>
              </a:rPr>
              <a:t>?)</a:t>
            </a:r>
          </a:p>
          <a:p>
            <a:pPr lvl="1"/>
            <a:r>
              <a:rPr lang="ko-KR" altLang="en-US" sz="2000" dirty="0"/>
              <a:t>학습하지 않은 모델에게 </a:t>
            </a:r>
            <a:r>
              <a:rPr lang="en-US" altLang="ko-KR" sz="2000" dirty="0"/>
              <a:t>＇</a:t>
            </a:r>
            <a:r>
              <a:rPr lang="ko-KR" altLang="en-US" sz="2000" dirty="0"/>
              <a:t>정답 데이터셋</a:t>
            </a:r>
            <a:r>
              <a:rPr lang="en-US" altLang="ko-KR" sz="2000" dirty="0"/>
              <a:t>＇</a:t>
            </a:r>
            <a:r>
              <a:rPr lang="ko-KR" altLang="en-US" sz="2000" dirty="0"/>
              <a:t>을 입력해 기본 성능 파악 및 모델 비교</a:t>
            </a:r>
            <a:endParaRPr lang="en-US" altLang="ko-KR" sz="2000" dirty="0"/>
          </a:p>
          <a:p>
            <a:pPr lvl="1"/>
            <a:r>
              <a:rPr lang="ko-KR" altLang="en-US" sz="2000" dirty="0"/>
              <a:t>베이스라인 성능 확보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68971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ED89-AA95-619F-11A7-4E075A84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CBFBDAA4-4369-A38A-3568-FE06E5879A79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54B13B-AC8E-7859-0643-267C28DA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수행 계획</a:t>
            </a:r>
            <a:r>
              <a:rPr lang="en-US" altLang="ko-KR" sz="1800" b="1" dirty="0"/>
              <a:t>?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5A58D89D-9FD1-F088-0A84-695AC9576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18C0245C-AD1D-A1C7-F874-4391DFFE40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89126AE7-2952-E30D-B369-E3526FA0F161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DC4C0-90A8-1F96-1B9B-AC2D7D5B012F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제가 생각하는 현재 일 분담 역할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32BED16-0C93-7A63-342F-B23F76B79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1273" y="1587194"/>
            <a:ext cx="10515600" cy="49854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dirty="0"/>
              <a:t>데이터 수집 및 </a:t>
            </a:r>
            <a:r>
              <a:rPr lang="ko-KR" altLang="en-US" dirty="0" err="1"/>
              <a:t>전처리</a:t>
            </a:r>
            <a:r>
              <a:rPr lang="en-US" altLang="ko-KR" dirty="0"/>
              <a:t>/</a:t>
            </a:r>
            <a:r>
              <a:rPr lang="ko-KR" altLang="en-US" dirty="0"/>
              <a:t>정규화</a:t>
            </a:r>
            <a:r>
              <a:rPr lang="en-US" altLang="ko-KR" dirty="0"/>
              <a:t>(</a:t>
            </a:r>
            <a:r>
              <a:rPr lang="ko-KR" altLang="en-US" dirty="0"/>
              <a:t>이세훈</a:t>
            </a:r>
            <a:r>
              <a:rPr lang="en-US" altLang="ko-KR" dirty="0"/>
              <a:t>/</a:t>
            </a:r>
            <a:r>
              <a:rPr lang="ko-KR" altLang="en-US" dirty="0" err="1"/>
              <a:t>윤정님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모델 전수조사 및 </a:t>
            </a:r>
            <a:r>
              <a:rPr lang="en-US" altLang="ko-KR" dirty="0"/>
              <a:t>RTX 5090 </a:t>
            </a:r>
            <a:r>
              <a:rPr lang="ko-KR" altLang="en-US" dirty="0"/>
              <a:t>한계치 체크</a:t>
            </a:r>
            <a:r>
              <a:rPr lang="en-US" altLang="ko-KR" dirty="0"/>
              <a:t>(</a:t>
            </a:r>
            <a:r>
              <a:rPr lang="ko-KR" altLang="en-US" dirty="0"/>
              <a:t>이세훈</a:t>
            </a:r>
            <a:r>
              <a:rPr lang="en-US" altLang="ko-KR" dirty="0"/>
              <a:t>/</a:t>
            </a:r>
            <a:r>
              <a:rPr lang="ko-KR" altLang="en-US" dirty="0" err="1"/>
              <a:t>도영님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클라우드 서버 가이드 작성</a:t>
            </a:r>
            <a:r>
              <a:rPr lang="en-US" altLang="ko-KR" dirty="0"/>
              <a:t>(</a:t>
            </a:r>
            <a:r>
              <a:rPr lang="ko-KR" altLang="en-US" dirty="0" err="1"/>
              <a:t>도영님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데이터 수집하여 군 실제 로그와 </a:t>
            </a:r>
            <a:r>
              <a:rPr lang="ko-KR" altLang="en-US" dirty="0" err="1">
                <a:solidFill>
                  <a:srgbClr val="FF0000"/>
                </a:solidFill>
              </a:rPr>
              <a:t>비슷한지</a:t>
            </a:r>
            <a:r>
              <a:rPr lang="ko-KR" altLang="en-US" dirty="0">
                <a:solidFill>
                  <a:srgbClr val="FF0000"/>
                </a:solidFill>
              </a:rPr>
              <a:t> 체크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군 내부에서 일어나지 않는 시나리오는 제외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br>
              <a:rPr lang="en-US" altLang="ko-KR" dirty="0">
                <a:solidFill>
                  <a:srgbClr val="FF0000"/>
                </a:solidFill>
              </a:rPr>
            </a:b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어느 정도 수준의 질의어로 만들지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          </a:t>
            </a:r>
            <a:r>
              <a:rPr lang="en-US" altLang="ko-KR">
                <a:solidFill>
                  <a:srgbClr val="FF0000"/>
                </a:solidFill>
              </a:rPr>
              <a:t>!</a:t>
            </a:r>
            <a:r>
              <a:rPr lang="ko-KR" altLang="en-US">
                <a:solidFill>
                  <a:srgbClr val="FF0000"/>
                </a:solidFill>
              </a:rPr>
              <a:t>군 </a:t>
            </a:r>
            <a:r>
              <a:rPr lang="ko-KR" altLang="en-US" dirty="0">
                <a:solidFill>
                  <a:srgbClr val="FF0000"/>
                </a:solidFill>
              </a:rPr>
              <a:t>팀장님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r>
              <a:rPr lang="ko-KR" altLang="en-US" dirty="0" err="1">
                <a:solidFill>
                  <a:srgbClr val="FF0000"/>
                </a:solidFill>
              </a:rPr>
              <a:t>팀명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br>
              <a:rPr lang="en-US" altLang="ko-KR" dirty="0">
                <a:solidFill>
                  <a:srgbClr val="FF0000"/>
                </a:solidFill>
              </a:rPr>
            </a:b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군 내부 </a:t>
            </a:r>
            <a:r>
              <a:rPr lang="en-US" altLang="ko-KR" dirty="0">
                <a:solidFill>
                  <a:srgbClr val="FF0000"/>
                </a:solidFill>
              </a:rPr>
              <a:t>SPL</a:t>
            </a:r>
            <a:r>
              <a:rPr lang="ko-KR" altLang="en-US" dirty="0">
                <a:solidFill>
                  <a:srgbClr val="FF0000"/>
                </a:solidFill>
              </a:rPr>
              <a:t> 관련 가이드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r>
              <a:rPr lang="ko-KR" altLang="en-US" dirty="0">
                <a:solidFill>
                  <a:srgbClr val="FF0000"/>
                </a:solidFill>
              </a:rPr>
              <a:t> 있는지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br>
              <a:rPr lang="en-US" altLang="ko-KR" dirty="0"/>
            </a:b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7633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CA84296-E7FD-E2D8-C6A8-2013C8977111}"/>
              </a:ext>
            </a:extLst>
          </p:cNvPr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591" y="463859"/>
            <a:ext cx="5930282" cy="59302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40AC267-CE06-0051-26EE-99C3B0099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693"/>
            <a:ext cx="9144000" cy="1501554"/>
          </a:xfrm>
        </p:spPr>
        <p:txBody>
          <a:bodyPr/>
          <a:lstStyle/>
          <a:p>
            <a:r>
              <a:rPr lang="ko-KR" altLang="en-US" sz="3200" b="1" dirty="0">
                <a:ea typeface="+mj-lt"/>
                <a:cs typeface="+mj-lt"/>
              </a:rPr>
              <a:t>감사합니다</a:t>
            </a:r>
            <a:endParaRPr lang="en-US" altLang="ko-KR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A14F1E-1383-BB48-CB58-43B5272C5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3371" y="5196920"/>
            <a:ext cx="1834118" cy="592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800" dirty="0" err="1">
                <a:latin typeface="Arial Nova"/>
                <a:ea typeface="맑은 고딕"/>
                <a:cs typeface="Calibri"/>
              </a:rPr>
              <a:t>Vision</a:t>
            </a:r>
            <a:r>
              <a:rPr lang="ko-KR" altLang="en-US" sz="2800" dirty="0">
                <a:latin typeface="Arial Nova"/>
                <a:ea typeface="맑은 고딕"/>
                <a:cs typeface="Calibri"/>
              </a:rPr>
              <a:t> AI</a:t>
            </a:r>
          </a:p>
        </p:txBody>
      </p:sp>
      <p:pic>
        <p:nvPicPr>
          <p:cNvPr id="4" name="Picture 3" descr="경기대학교 로고">
            <a:extLst>
              <a:ext uri="{FF2B5EF4-FFF2-40B4-BE49-F238E27FC236}">
                <a16:creationId xmlns:a16="http://schemas.microsoft.com/office/drawing/2014/main" id="{B3E4EAEA-3256-B202-9D0B-813308124C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EC99CB-F954-A7E7-3655-A08501766A4A}"/>
              </a:ext>
            </a:extLst>
          </p:cNvPr>
          <p:cNvSpPr txBox="1"/>
          <p:nvPr/>
        </p:nvSpPr>
        <p:spPr>
          <a:xfrm>
            <a:off x="5413744" y="5821324"/>
            <a:ext cx="14619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발표자</a:t>
            </a:r>
            <a:r>
              <a:rPr lang="en-US" sz="1600" b="1" dirty="0">
                <a:ea typeface="맑은 고딕"/>
              </a:rPr>
              <a:t>:</a:t>
            </a:r>
            <a:r>
              <a:rPr lang="ko-KR" altLang="en-US" sz="1600" b="1" dirty="0">
                <a:ea typeface="맑은 고딕"/>
              </a:rPr>
              <a:t>아무개</a:t>
            </a:r>
            <a:endParaRPr lang="en-US" sz="1600" b="1" dirty="0"/>
          </a:p>
        </p:txBody>
      </p:sp>
      <p:sp>
        <p:nvSpPr>
          <p:cNvPr id="7" name="Right Triangle 7">
            <a:extLst>
              <a:ext uri="{FF2B5EF4-FFF2-40B4-BE49-F238E27FC236}">
                <a16:creationId xmlns:a16="http://schemas.microsoft.com/office/drawing/2014/main" id="{76F0A290-FC0C-F957-8510-4EE4D121D3D6}"/>
              </a:ext>
            </a:extLst>
          </p:cNvPr>
          <p:cNvSpPr/>
          <p:nvPr/>
        </p:nvSpPr>
        <p:spPr>
          <a:xfrm rot="5400000">
            <a:off x="785090" y="-785091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7">
            <a:extLst>
              <a:ext uri="{FF2B5EF4-FFF2-40B4-BE49-F238E27FC236}">
                <a16:creationId xmlns:a16="http://schemas.microsoft.com/office/drawing/2014/main" id="{A426F092-355A-03DA-81D6-F41A7DE4305B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5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1427</Words>
  <Application>Microsoft Macintosh PowerPoint</Application>
  <PresentationFormat>와이드스크린</PresentationFormat>
  <Paragraphs>182</Paragraphs>
  <Slides>17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Optimistic Display</vt:lpstr>
      <vt:lpstr>Arial</vt:lpstr>
      <vt:lpstr>Arial Nova</vt:lpstr>
      <vt:lpstr>Wingdings</vt:lpstr>
      <vt:lpstr>Office 테마</vt:lpstr>
      <vt:lpstr>물리적 망분리 환경의 사이버보안 감시 운영  효율화를 위한 sLLM 기반 쿼리 추천 시스템</vt:lpstr>
      <vt:lpstr>Introduction</vt:lpstr>
      <vt:lpstr>Introduction</vt:lpstr>
      <vt:lpstr>Introduction</vt:lpstr>
      <vt:lpstr>Introduction</vt:lpstr>
      <vt:lpstr>수행 방안</vt:lpstr>
      <vt:lpstr>수행 방안</vt:lpstr>
      <vt:lpstr>수행 방안</vt:lpstr>
      <vt:lpstr>수행 방안</vt:lpstr>
      <vt:lpstr>수행 방안</vt:lpstr>
      <vt:lpstr>수행 방안</vt:lpstr>
      <vt:lpstr>수행 방안</vt:lpstr>
      <vt:lpstr>수행 계획?</vt:lpstr>
      <vt:lpstr>수행 계획?</vt:lpstr>
      <vt:lpstr>수행 계획?</vt:lpstr>
      <vt:lpstr>수행 계획?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AI</dc:title>
  <dc:creator>이세훈</dc:creator>
  <cp:lastModifiedBy>이세훈</cp:lastModifiedBy>
  <cp:revision>10</cp:revision>
  <dcterms:created xsi:type="dcterms:W3CDTF">2023-12-26T04:20:47Z</dcterms:created>
  <dcterms:modified xsi:type="dcterms:W3CDTF">2026-05-11T06:22:25Z</dcterms:modified>
</cp:coreProperties>
</file>